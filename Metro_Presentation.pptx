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99" r:id="rId2"/>
    <p:sldMasterId id="2147483702" r:id="rId3"/>
    <p:sldMasterId id="2147483725" r:id="rId4"/>
  </p:sldMasterIdLst>
  <p:notesMasterIdLst>
    <p:notesMasterId r:id="rId12"/>
  </p:notesMasterIdLst>
  <p:sldIdLst>
    <p:sldId id="256" r:id="rId5"/>
    <p:sldId id="257" r:id="rId6"/>
    <p:sldId id="272" r:id="rId7"/>
    <p:sldId id="266" r:id="rId8"/>
    <p:sldId id="267" r:id="rId9"/>
    <p:sldId id="270" r:id="rId10"/>
    <p:sldId id="271"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6" d="100"/>
          <a:sy n="66" d="100"/>
        </p:scale>
        <p:origin x="2274" y="99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presProps" Target="presProps.xml" /><Relationship Id="rId3" Type="http://schemas.openxmlformats.org/officeDocument/2006/relationships/slideMaster" Target="slideMasters/slideMaster3.xml" /><Relationship Id="rId7" Type="http://schemas.openxmlformats.org/officeDocument/2006/relationships/slide" Target="slides/slide3.xml" /><Relationship Id="rId12" Type="http://schemas.openxmlformats.org/officeDocument/2006/relationships/notesMaster" Target="notesMasters/notesMaster1.xml" /><Relationship Id="rId2" Type="http://schemas.openxmlformats.org/officeDocument/2006/relationships/slideMaster" Target="slideMasters/slideMaster2.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theme" Target="theme/theme1.xml" /><Relationship Id="rId10" Type="http://schemas.openxmlformats.org/officeDocument/2006/relationships/slide" Target="slides/slide6.xml" /><Relationship Id="rId4" Type="http://schemas.openxmlformats.org/officeDocument/2006/relationships/slideMaster" Target="slideMasters/slideMaster4.xml" /><Relationship Id="rId9" Type="http://schemas.openxmlformats.org/officeDocument/2006/relationships/slide" Target="slides/slide5.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E9011C-DEF4-4D66-AE51-3D15D0D6ACF7}"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89F160-E514-4BA9-B991-4281AAFA95B0}" type="slidenum">
              <a:rPr lang="en-US" smtClean="0"/>
              <a:t>‹#›</a:t>
            </a:fld>
            <a:endParaRPr lang="en-US"/>
          </a:p>
        </p:txBody>
      </p:sp>
    </p:spTree>
    <p:extLst>
      <p:ext uri="{BB962C8B-B14F-4D97-AF65-F5344CB8AC3E}">
        <p14:creationId xmlns:p14="http://schemas.microsoft.com/office/powerpoint/2010/main" val="3439101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bit.ly/2TyoMsr" TargetMode="External" /><Relationship Id="rId2" Type="http://schemas.openxmlformats.org/officeDocument/2006/relationships/hyperlink" Target="http://bit.ly/2Tynxth" TargetMode="External" /><Relationship Id="rId1" Type="http://schemas.openxmlformats.org/officeDocument/2006/relationships/slideMaster" Target="../slideMasters/slideMaster1.xml" /><Relationship Id="rId4" Type="http://schemas.openxmlformats.org/officeDocument/2006/relationships/hyperlink" Target="http://bit.ly/2TtBDfr" TargetMode="Externa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6.xml.rels><?xml version="1.0" encoding="UTF-8" standalone="yes"?>
<Relationships xmlns="http://schemas.openxmlformats.org/package/2006/relationships"><Relationship Id="rId3" Type="http://schemas.openxmlformats.org/officeDocument/2006/relationships/hyperlink" Target="http://bit.ly/2TyoMsr" TargetMode="External" /><Relationship Id="rId2" Type="http://schemas.openxmlformats.org/officeDocument/2006/relationships/hyperlink" Target="https://bit.ly/3A1uf1Q" TargetMode="External" /><Relationship Id="rId1" Type="http://schemas.openxmlformats.org/officeDocument/2006/relationships/slideMaster" Target="../slideMasters/slideMaster3.xml" /><Relationship Id="rId4" Type="http://schemas.openxmlformats.org/officeDocument/2006/relationships/hyperlink" Target="http://bit.ly/2TtBDfr" TargetMode="External" /></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575600"/>
            <a:ext cx="9438000" cy="2108400"/>
          </a:xfrm>
          <a:prstGeom prst="rect">
            <a:avLst/>
          </a:prstGeom>
          <a:noFill/>
        </p:spPr>
        <p:txBody>
          <a:bodyPr spcFirstLastPara="1" wrap="square" lIns="91425" tIns="91425" rIns="91425" bIns="91425" anchor="ctr" anchorCtr="0">
            <a:noAutofit/>
          </a:bodyPr>
          <a:lstStyle>
            <a:lvl1pPr lvl="0">
              <a:lnSpc>
                <a:spcPct val="80000"/>
              </a:lnSpc>
              <a:spcBef>
                <a:spcPts val="0"/>
              </a:spcBef>
              <a:spcAft>
                <a:spcPts val="0"/>
              </a:spcAft>
              <a:buSzPts val="5200"/>
              <a:buNone/>
              <a:defRPr sz="7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0" name="Google Shape;10;p2"/>
          <p:cNvSpPr txBox="1">
            <a:spLocks noGrp="1"/>
          </p:cNvSpPr>
          <p:nvPr>
            <p:ph type="subTitle" idx="1"/>
          </p:nvPr>
        </p:nvSpPr>
        <p:spPr>
          <a:xfrm>
            <a:off x="950967" y="5406767"/>
            <a:ext cx="3073200" cy="738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a:t>Click to edit Master subtitle style</a:t>
            </a:r>
            <a:endParaRPr/>
          </a:p>
        </p:txBody>
      </p:sp>
      <p:sp>
        <p:nvSpPr>
          <p:cNvPr id="11" name="Google Shape;11;p2"/>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 name="Google Shape;12;p2"/>
          <p:cNvSpPr txBox="1">
            <a:spLocks noGrp="1"/>
          </p:cNvSpPr>
          <p:nvPr>
            <p:ph type="title" idx="2"/>
          </p:nvPr>
        </p:nvSpPr>
        <p:spPr>
          <a:xfrm rot="-5400000">
            <a:off x="8123800" y="2746200"/>
            <a:ext cx="7675200" cy="884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r>
              <a:rPr lang="en-US"/>
              <a:t>Click to edit Master title style</a:t>
            </a:r>
            <a:endParaRPr/>
          </a:p>
        </p:txBody>
      </p:sp>
    </p:spTree>
    <p:extLst>
      <p:ext uri="{BB962C8B-B14F-4D97-AF65-F5344CB8AC3E}">
        <p14:creationId xmlns:p14="http://schemas.microsoft.com/office/powerpoint/2010/main" val="1813967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077567" y="2595351"/>
            <a:ext cx="6052800" cy="2016000"/>
          </a:xfrm>
          <a:prstGeom prst="rect">
            <a:avLst/>
          </a:prstGeom>
        </p:spPr>
        <p:txBody>
          <a:bodyPr spcFirstLastPara="1" wrap="square" lIns="91425" tIns="91425" rIns="91425" bIns="91425" anchor="ctr" anchorCtr="0">
            <a:noAutofit/>
          </a:bodyPr>
          <a:lstStyle>
            <a:lvl1pPr lvl="0" rtl="0">
              <a:lnSpc>
                <a:spcPct val="80000"/>
              </a:lnSpc>
              <a:spcBef>
                <a:spcPts val="0"/>
              </a:spcBef>
              <a:spcAft>
                <a:spcPts val="0"/>
              </a:spcAft>
              <a:buSzPts val="7000"/>
              <a:buNone/>
              <a:defRPr sz="55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rPr lang="en-US"/>
              <a:t>Click to edit Master title style</a:t>
            </a:r>
            <a:endParaRPr/>
          </a:p>
        </p:txBody>
      </p:sp>
      <p:sp>
        <p:nvSpPr>
          <p:cNvPr id="15" name="Google Shape;15;p3"/>
          <p:cNvSpPr txBox="1">
            <a:spLocks noGrp="1"/>
          </p:cNvSpPr>
          <p:nvPr>
            <p:ph type="title" idx="2" hasCustomPrompt="1"/>
          </p:nvPr>
        </p:nvSpPr>
        <p:spPr>
          <a:xfrm>
            <a:off x="4852200" y="464133"/>
            <a:ext cx="2416800" cy="229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5000"/>
              <a:buNone/>
              <a:defRPr sz="12500">
                <a:solidFill>
                  <a:schemeClr val="accent1"/>
                </a:solidFill>
                <a:latin typeface="Poppins"/>
                <a:ea typeface="Poppins"/>
                <a:cs typeface="Poppins"/>
                <a:sym typeface="Poppins"/>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6" name="Google Shape;16;p3"/>
          <p:cNvSpPr txBox="1">
            <a:spLocks noGrp="1"/>
          </p:cNvSpPr>
          <p:nvPr>
            <p:ph type="subTitle" idx="1"/>
          </p:nvPr>
        </p:nvSpPr>
        <p:spPr>
          <a:xfrm>
            <a:off x="5077567" y="4647851"/>
            <a:ext cx="3953200" cy="93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r>
              <a:rPr lang="en-US"/>
              <a:t>Click to edit Master subtitle style</a:t>
            </a:r>
            <a:endParaRPr/>
          </a:p>
        </p:txBody>
      </p:sp>
      <p:sp>
        <p:nvSpPr>
          <p:cNvPr id="17" name="Google Shape;17;p3"/>
          <p:cNvSpPr txBox="1">
            <a:spLocks noGrp="1"/>
          </p:cNvSpPr>
          <p:nvPr>
            <p:ph type="title" idx="3"/>
          </p:nvPr>
        </p:nvSpPr>
        <p:spPr>
          <a:xfrm rot="-5400000">
            <a:off x="8123800" y="2746200"/>
            <a:ext cx="7675200" cy="884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r>
              <a:rPr lang="en-US"/>
              <a:t>Click to edit Master title style</a:t>
            </a:r>
            <a:endParaRPr/>
          </a:p>
        </p:txBody>
      </p:sp>
      <p:sp>
        <p:nvSpPr>
          <p:cNvPr id="18" name="Google Shape;18;p3"/>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4063106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2309767" y="719333"/>
            <a:ext cx="8931200" cy="7636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r>
              <a:rPr lang="en-US"/>
              <a:t>Click to edit Master title style</a:t>
            </a:r>
            <a:endParaRPr/>
          </a:p>
        </p:txBody>
      </p:sp>
      <p:sp>
        <p:nvSpPr>
          <p:cNvPr id="21" name="Google Shape;21;p4"/>
          <p:cNvSpPr txBox="1">
            <a:spLocks noGrp="1"/>
          </p:cNvSpPr>
          <p:nvPr>
            <p:ph type="body" idx="1"/>
          </p:nvPr>
        </p:nvSpPr>
        <p:spPr>
          <a:xfrm>
            <a:off x="950967" y="2227433"/>
            <a:ext cx="5671600" cy="27004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Clr>
                <a:schemeClr val="accent1"/>
              </a:buClr>
              <a:buSzPts val="1500"/>
              <a:buFont typeface="Chivo"/>
              <a:buChar char="●"/>
              <a:defRPr sz="1400"/>
            </a:lvl1pPr>
            <a:lvl2pPr marL="914400" lvl="1" indent="-323850">
              <a:spcBef>
                <a:spcPts val="0"/>
              </a:spcBef>
              <a:spcAft>
                <a:spcPts val="0"/>
              </a:spcAft>
              <a:buClr>
                <a:srgbClr val="434343"/>
              </a:buClr>
              <a:buSzPts val="1500"/>
              <a:buFont typeface="Roboto Condensed Light"/>
              <a:buChar char="○"/>
              <a:defRPr/>
            </a:lvl2pPr>
            <a:lvl3pPr marL="1371600" lvl="2" indent="-323850">
              <a:spcBef>
                <a:spcPts val="0"/>
              </a:spcBef>
              <a:spcAft>
                <a:spcPts val="0"/>
              </a:spcAft>
              <a:buClr>
                <a:srgbClr val="434343"/>
              </a:buClr>
              <a:buSzPts val="1500"/>
              <a:buFont typeface="Roboto Condensed Light"/>
              <a:buChar char="■"/>
              <a:defRPr/>
            </a:lvl3pPr>
            <a:lvl4pPr marL="1828800" lvl="3" indent="-323850">
              <a:spcBef>
                <a:spcPts val="0"/>
              </a:spcBef>
              <a:spcAft>
                <a:spcPts val="0"/>
              </a:spcAft>
              <a:buClr>
                <a:srgbClr val="434343"/>
              </a:buClr>
              <a:buSzPts val="1500"/>
              <a:buFont typeface="Roboto Condensed Light"/>
              <a:buChar char="●"/>
              <a:defRPr/>
            </a:lvl4pPr>
            <a:lvl5pPr marL="2286000" lvl="4" indent="-323850">
              <a:spcBef>
                <a:spcPts val="0"/>
              </a:spcBef>
              <a:spcAft>
                <a:spcPts val="0"/>
              </a:spcAft>
              <a:buClr>
                <a:srgbClr val="434343"/>
              </a:buClr>
              <a:buSzPts val="1500"/>
              <a:buFont typeface="Roboto Condensed Light"/>
              <a:buChar char="○"/>
              <a:defRPr/>
            </a:lvl5pPr>
            <a:lvl6pPr marL="2743200" lvl="5" indent="-323850">
              <a:spcBef>
                <a:spcPts val="0"/>
              </a:spcBef>
              <a:spcAft>
                <a:spcPts val="0"/>
              </a:spcAft>
              <a:buClr>
                <a:srgbClr val="434343"/>
              </a:buClr>
              <a:buSzPts val="1500"/>
              <a:buFont typeface="Roboto Condensed Light"/>
              <a:buChar char="■"/>
              <a:defRPr/>
            </a:lvl6pPr>
            <a:lvl7pPr marL="3200400" lvl="6" indent="-323850">
              <a:spcBef>
                <a:spcPts val="0"/>
              </a:spcBef>
              <a:spcAft>
                <a:spcPts val="0"/>
              </a:spcAft>
              <a:buClr>
                <a:srgbClr val="434343"/>
              </a:buClr>
              <a:buSzPts val="1500"/>
              <a:buFont typeface="Roboto Condensed Light"/>
              <a:buChar char="●"/>
              <a:defRPr/>
            </a:lvl7pPr>
            <a:lvl8pPr marL="3657600" lvl="7" indent="-323850">
              <a:spcBef>
                <a:spcPts val="0"/>
              </a:spcBef>
              <a:spcAft>
                <a:spcPts val="0"/>
              </a:spcAft>
              <a:buClr>
                <a:srgbClr val="434343"/>
              </a:buClr>
              <a:buSzPts val="1500"/>
              <a:buFont typeface="Roboto Condensed Light"/>
              <a:buChar char="○"/>
              <a:defRPr/>
            </a:lvl8pPr>
            <a:lvl9pPr marL="4114800" lvl="8" indent="-323850">
              <a:spcBef>
                <a:spcPts val="0"/>
              </a:spcBef>
              <a:spcAft>
                <a:spcPts val="0"/>
              </a:spcAft>
              <a:buClr>
                <a:srgbClr val="434343"/>
              </a:buClr>
              <a:buSzPts val="1500"/>
              <a:buFont typeface="Roboto Condensed Light"/>
              <a:buChar char="■"/>
              <a:defRPr/>
            </a:lvl9pPr>
          </a:lstStyle>
          <a:p>
            <a:pPr lvl="0"/>
            <a:r>
              <a:rPr lang="en-US"/>
              <a:t>Edit Master text styles</a:t>
            </a:r>
          </a:p>
        </p:txBody>
      </p:sp>
      <p:sp>
        <p:nvSpPr>
          <p:cNvPr id="22" name="Google Shape;22;p4"/>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 name="Google Shape;23;p4"/>
          <p:cNvSpPr/>
          <p:nvPr/>
        </p:nvSpPr>
        <p:spPr>
          <a:xfrm rot="-448633">
            <a:off x="7976657" y="3194502"/>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24" name="Google Shape;24;p4"/>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
        <p:nvSpPr>
          <p:cNvPr id="25" name="Google Shape;25;p4"/>
          <p:cNvSpPr>
            <a:spLocks noGrp="1"/>
          </p:cNvSpPr>
          <p:nvPr>
            <p:ph type="pic" idx="2"/>
          </p:nvPr>
        </p:nvSpPr>
        <p:spPr>
          <a:xfrm>
            <a:off x="6850733" y="1618600"/>
            <a:ext cx="3848800" cy="3620800"/>
          </a:xfrm>
          <a:prstGeom prst="decagon">
            <a:avLst>
              <a:gd name="vf" fmla="val 105146"/>
            </a:avLst>
          </a:prstGeom>
          <a:noFill/>
          <a:ln>
            <a:noFill/>
          </a:ln>
        </p:spPr>
      </p:sp>
    </p:spTree>
    <p:extLst>
      <p:ext uri="{BB962C8B-B14F-4D97-AF65-F5344CB8AC3E}">
        <p14:creationId xmlns:p14="http://schemas.microsoft.com/office/powerpoint/2010/main" val="296844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6"/>
        <p:cNvGrpSpPr/>
        <p:nvPr/>
      </p:nvGrpSpPr>
      <p:grpSpPr>
        <a:xfrm>
          <a:off x="0" y="0"/>
          <a:ext cx="0" cy="0"/>
          <a:chOff x="0" y="0"/>
          <a:chExt cx="0" cy="0"/>
        </a:xfrm>
      </p:grpSpPr>
      <p:sp>
        <p:nvSpPr>
          <p:cNvPr id="27" name="Google Shape;27;p5"/>
          <p:cNvSpPr txBox="1">
            <a:spLocks noGrp="1"/>
          </p:cNvSpPr>
          <p:nvPr>
            <p:ph type="subTitle" idx="1"/>
          </p:nvPr>
        </p:nvSpPr>
        <p:spPr>
          <a:xfrm>
            <a:off x="1826717" y="2921733"/>
            <a:ext cx="3702400" cy="3123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r>
              <a:rPr lang="en-US"/>
              <a:t>Click to edit Master subtitle style</a:t>
            </a:r>
            <a:endParaRPr/>
          </a:p>
        </p:txBody>
      </p:sp>
      <p:sp>
        <p:nvSpPr>
          <p:cNvPr id="28" name="Google Shape;28;p5"/>
          <p:cNvSpPr txBox="1">
            <a:spLocks noGrp="1"/>
          </p:cNvSpPr>
          <p:nvPr>
            <p:ph type="subTitle" idx="2"/>
          </p:nvPr>
        </p:nvSpPr>
        <p:spPr>
          <a:xfrm>
            <a:off x="7517717" y="2921740"/>
            <a:ext cx="3702400" cy="3123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r>
              <a:rPr lang="en-US"/>
              <a:t>Click to edit Master subtitle style</a:t>
            </a:r>
            <a:endParaRPr/>
          </a:p>
        </p:txBody>
      </p:sp>
      <p:sp>
        <p:nvSpPr>
          <p:cNvPr id="29" name="Google Shape;29;p5"/>
          <p:cNvSpPr txBox="1">
            <a:spLocks noGrp="1"/>
          </p:cNvSpPr>
          <p:nvPr>
            <p:ph type="title"/>
          </p:nvPr>
        </p:nvSpPr>
        <p:spPr>
          <a:xfrm>
            <a:off x="971884" y="2053955"/>
            <a:ext cx="3702400" cy="789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2"/>
              </a:buClr>
              <a:buSzPts val="3200"/>
              <a:buFont typeface="Fredoka One"/>
              <a:buNone/>
              <a:defRPr/>
            </a:lvl1pPr>
            <a:lvl2pPr lvl="1"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r>
              <a:rPr lang="en-US"/>
              <a:t>Click to edit Master title style</a:t>
            </a:r>
            <a:endParaRPr/>
          </a:p>
        </p:txBody>
      </p:sp>
      <p:sp>
        <p:nvSpPr>
          <p:cNvPr id="30" name="Google Shape;30;p5"/>
          <p:cNvSpPr txBox="1">
            <a:spLocks noGrp="1"/>
          </p:cNvSpPr>
          <p:nvPr>
            <p:ph type="title" idx="3"/>
          </p:nvPr>
        </p:nvSpPr>
        <p:spPr>
          <a:xfrm>
            <a:off x="6662884" y="2053955"/>
            <a:ext cx="3702400" cy="789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2"/>
              </a:buClr>
              <a:buSzPts val="3200"/>
              <a:buFont typeface="Fredoka One"/>
              <a:buNone/>
              <a:defRPr/>
            </a:lvl1pPr>
            <a:lvl2pPr lvl="1"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r>
              <a:rPr lang="en-US"/>
              <a:t>Click to edit Master title style</a:t>
            </a:r>
            <a:endParaRPr/>
          </a:p>
        </p:txBody>
      </p:sp>
      <p:sp>
        <p:nvSpPr>
          <p:cNvPr id="31" name="Google Shape;31;p5"/>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2318401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2309633" y="719333"/>
            <a:ext cx="8931200" cy="7636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sz="35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r>
              <a:rPr lang="en-US"/>
              <a:t>Click to edit Master title style</a:t>
            </a:r>
            <a:endParaRPr/>
          </a:p>
        </p:txBody>
      </p:sp>
      <p:sp>
        <p:nvSpPr>
          <p:cNvPr id="34" name="Google Shape;34;p6"/>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35" name="Google Shape;35;p6"/>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cxnSp>
        <p:nvCxnSpPr>
          <p:cNvPr id="36" name="Google Shape;36;p6"/>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2543761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p:nvPr/>
        </p:nvSpPr>
        <p:spPr>
          <a:xfrm rot="-448633">
            <a:off x="1020191" y="3349135"/>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9" name="Google Shape;39;p7"/>
          <p:cNvSpPr>
            <a:spLocks noGrp="1"/>
          </p:cNvSpPr>
          <p:nvPr>
            <p:ph type="pic" idx="2"/>
          </p:nvPr>
        </p:nvSpPr>
        <p:spPr>
          <a:xfrm>
            <a:off x="1326167" y="1318333"/>
            <a:ext cx="3848800" cy="3620400"/>
          </a:xfrm>
          <a:prstGeom prst="decagon">
            <a:avLst>
              <a:gd name="vf" fmla="val 105146"/>
            </a:avLst>
          </a:prstGeom>
          <a:noFill/>
          <a:ln>
            <a:noFill/>
          </a:ln>
        </p:spPr>
      </p:sp>
      <p:sp>
        <p:nvSpPr>
          <p:cNvPr id="40" name="Google Shape;40;p7"/>
          <p:cNvSpPr txBox="1">
            <a:spLocks noGrp="1"/>
          </p:cNvSpPr>
          <p:nvPr>
            <p:ph type="subTitle" idx="1"/>
          </p:nvPr>
        </p:nvSpPr>
        <p:spPr>
          <a:xfrm>
            <a:off x="7094500" y="3636751"/>
            <a:ext cx="4174000" cy="161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r>
              <a:rPr lang="en-US"/>
              <a:t>Click to edit Master subtitle style</a:t>
            </a:r>
            <a:endParaRPr/>
          </a:p>
        </p:txBody>
      </p:sp>
      <p:sp>
        <p:nvSpPr>
          <p:cNvPr id="41" name="Google Shape;41;p7"/>
          <p:cNvSpPr txBox="1">
            <a:spLocks noGrp="1"/>
          </p:cNvSpPr>
          <p:nvPr>
            <p:ph type="title"/>
          </p:nvPr>
        </p:nvSpPr>
        <p:spPr>
          <a:xfrm>
            <a:off x="5638333" y="1033833"/>
            <a:ext cx="4856800" cy="24528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4000"/>
            </a:lvl1pPr>
            <a:lvl2pPr lvl="1" rtl="0">
              <a:spcBef>
                <a:spcPts val="0"/>
              </a:spcBef>
              <a:spcAft>
                <a:spcPts val="0"/>
              </a:spcAft>
              <a:buSzPts val="3500"/>
              <a:buFont typeface="Palanquin Dark"/>
              <a:buNone/>
              <a:defRPr>
                <a:latin typeface="Palanquin Dark"/>
                <a:ea typeface="Palanquin Dark"/>
                <a:cs typeface="Palanquin Dark"/>
                <a:sym typeface="Palanquin Dark"/>
              </a:defRPr>
            </a:lvl2pPr>
            <a:lvl3pPr lvl="2" rtl="0">
              <a:spcBef>
                <a:spcPts val="0"/>
              </a:spcBef>
              <a:spcAft>
                <a:spcPts val="0"/>
              </a:spcAft>
              <a:buSzPts val="3500"/>
              <a:buFont typeface="Palanquin Dark"/>
              <a:buNone/>
              <a:defRPr>
                <a:latin typeface="Palanquin Dark"/>
                <a:ea typeface="Palanquin Dark"/>
                <a:cs typeface="Palanquin Dark"/>
                <a:sym typeface="Palanquin Dark"/>
              </a:defRPr>
            </a:lvl3pPr>
            <a:lvl4pPr lvl="3" rtl="0">
              <a:spcBef>
                <a:spcPts val="0"/>
              </a:spcBef>
              <a:spcAft>
                <a:spcPts val="0"/>
              </a:spcAft>
              <a:buSzPts val="3500"/>
              <a:buFont typeface="Palanquin Dark"/>
              <a:buNone/>
              <a:defRPr>
                <a:latin typeface="Palanquin Dark"/>
                <a:ea typeface="Palanquin Dark"/>
                <a:cs typeface="Palanquin Dark"/>
                <a:sym typeface="Palanquin Dark"/>
              </a:defRPr>
            </a:lvl4pPr>
            <a:lvl5pPr lvl="4" rtl="0">
              <a:spcBef>
                <a:spcPts val="0"/>
              </a:spcBef>
              <a:spcAft>
                <a:spcPts val="0"/>
              </a:spcAft>
              <a:buSzPts val="3500"/>
              <a:buFont typeface="Palanquin Dark"/>
              <a:buNone/>
              <a:defRPr>
                <a:latin typeface="Palanquin Dark"/>
                <a:ea typeface="Palanquin Dark"/>
                <a:cs typeface="Palanquin Dark"/>
                <a:sym typeface="Palanquin Dark"/>
              </a:defRPr>
            </a:lvl5pPr>
            <a:lvl6pPr lvl="5" rtl="0">
              <a:spcBef>
                <a:spcPts val="0"/>
              </a:spcBef>
              <a:spcAft>
                <a:spcPts val="0"/>
              </a:spcAft>
              <a:buSzPts val="3500"/>
              <a:buFont typeface="Palanquin Dark"/>
              <a:buNone/>
              <a:defRPr>
                <a:latin typeface="Palanquin Dark"/>
                <a:ea typeface="Palanquin Dark"/>
                <a:cs typeface="Palanquin Dark"/>
                <a:sym typeface="Palanquin Dark"/>
              </a:defRPr>
            </a:lvl6pPr>
            <a:lvl7pPr lvl="6" rtl="0">
              <a:spcBef>
                <a:spcPts val="0"/>
              </a:spcBef>
              <a:spcAft>
                <a:spcPts val="0"/>
              </a:spcAft>
              <a:buSzPts val="3500"/>
              <a:buFont typeface="Palanquin Dark"/>
              <a:buNone/>
              <a:defRPr>
                <a:latin typeface="Palanquin Dark"/>
                <a:ea typeface="Palanquin Dark"/>
                <a:cs typeface="Palanquin Dark"/>
                <a:sym typeface="Palanquin Dark"/>
              </a:defRPr>
            </a:lvl7pPr>
            <a:lvl8pPr lvl="7" rtl="0">
              <a:spcBef>
                <a:spcPts val="0"/>
              </a:spcBef>
              <a:spcAft>
                <a:spcPts val="0"/>
              </a:spcAft>
              <a:buSzPts val="3500"/>
              <a:buFont typeface="Palanquin Dark"/>
              <a:buNone/>
              <a:defRPr>
                <a:latin typeface="Palanquin Dark"/>
                <a:ea typeface="Palanquin Dark"/>
                <a:cs typeface="Palanquin Dark"/>
                <a:sym typeface="Palanquin Dark"/>
              </a:defRPr>
            </a:lvl8pPr>
            <a:lvl9pPr lvl="8" rtl="0">
              <a:spcBef>
                <a:spcPts val="0"/>
              </a:spcBef>
              <a:spcAft>
                <a:spcPts val="0"/>
              </a:spcAft>
              <a:buSzPts val="3500"/>
              <a:buFont typeface="Palanquin Dark"/>
              <a:buNone/>
              <a:defRPr>
                <a:latin typeface="Palanquin Dark"/>
                <a:ea typeface="Palanquin Dark"/>
                <a:cs typeface="Palanquin Dark"/>
                <a:sym typeface="Palanquin Dark"/>
              </a:defRPr>
            </a:lvl9pPr>
          </a:lstStyle>
          <a:p>
            <a:r>
              <a:rPr lang="en-US"/>
              <a:t>Click to edit Master title style</a:t>
            </a:r>
            <a:endParaRPr/>
          </a:p>
        </p:txBody>
      </p:sp>
      <p:cxnSp>
        <p:nvCxnSpPr>
          <p:cNvPr id="42" name="Google Shape;42;p7"/>
          <p:cNvCxnSpPr/>
          <p:nvPr/>
        </p:nvCxnSpPr>
        <p:spPr>
          <a:xfrm>
            <a:off x="5802100" y="3902484"/>
            <a:ext cx="1136000" cy="0"/>
          </a:xfrm>
          <a:prstGeom prst="straightConnector1">
            <a:avLst/>
          </a:prstGeom>
          <a:noFill/>
          <a:ln w="38100" cap="flat" cmpd="sng">
            <a:solidFill>
              <a:schemeClr val="accent1"/>
            </a:solidFill>
            <a:prstDash val="solid"/>
            <a:round/>
            <a:headEnd type="none" w="med" len="med"/>
            <a:tailEnd type="none" w="med" len="med"/>
          </a:ln>
        </p:spPr>
      </p:cxnSp>
      <p:sp>
        <p:nvSpPr>
          <p:cNvPr id="43" name="Google Shape;43;p7"/>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1722211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4"/>
        <p:cNvGrpSpPr/>
        <p:nvPr/>
      </p:nvGrpSpPr>
      <p:grpSpPr>
        <a:xfrm>
          <a:off x="0" y="0"/>
          <a:ext cx="0" cy="0"/>
          <a:chOff x="0" y="0"/>
          <a:chExt cx="0" cy="0"/>
        </a:xfrm>
      </p:grpSpPr>
      <p:sp>
        <p:nvSpPr>
          <p:cNvPr id="45" name="Google Shape;45;p8"/>
          <p:cNvSpPr txBox="1">
            <a:spLocks noGrp="1"/>
          </p:cNvSpPr>
          <p:nvPr>
            <p:ph type="title"/>
          </p:nvPr>
        </p:nvSpPr>
        <p:spPr>
          <a:xfrm>
            <a:off x="2610200" y="1971267"/>
            <a:ext cx="6971600" cy="3644000"/>
          </a:xfrm>
          <a:prstGeom prst="rect">
            <a:avLst/>
          </a:prstGeom>
        </p:spPr>
        <p:txBody>
          <a:bodyPr spcFirstLastPara="1" wrap="square" lIns="91425" tIns="91425" rIns="91425" bIns="91425" anchor="ctr" anchorCtr="0">
            <a:noAutofit/>
          </a:bodyPr>
          <a:lstStyle>
            <a:lvl1pPr lvl="0" algn="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a:t>Click to edit Master title style</a:t>
            </a:r>
            <a:endParaRPr/>
          </a:p>
        </p:txBody>
      </p:sp>
      <p:sp>
        <p:nvSpPr>
          <p:cNvPr id="46" name="Google Shape;46;p8"/>
          <p:cNvSpPr/>
          <p:nvPr/>
        </p:nvSpPr>
        <p:spPr>
          <a:xfrm>
            <a:off x="996584" y="764799"/>
            <a:ext cx="1388400" cy="1388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7" name="Google Shape;47;p8"/>
          <p:cNvGrpSpPr/>
          <p:nvPr/>
        </p:nvGrpSpPr>
        <p:grpSpPr>
          <a:xfrm>
            <a:off x="1350734" y="1159169"/>
            <a:ext cx="680117" cy="599233"/>
            <a:chOff x="3155513" y="3003000"/>
            <a:chExt cx="510088" cy="449425"/>
          </a:xfrm>
        </p:grpSpPr>
        <p:sp>
          <p:nvSpPr>
            <p:cNvPr id="48" name="Google Shape;48;p8"/>
            <p:cNvSpPr/>
            <p:nvPr/>
          </p:nvSpPr>
          <p:spPr>
            <a:xfrm>
              <a:off x="3178275" y="3033775"/>
              <a:ext cx="487325" cy="418650"/>
            </a:xfrm>
            <a:custGeom>
              <a:avLst/>
              <a:gdLst/>
              <a:ahLst/>
              <a:cxnLst/>
              <a:rect l="l" t="t" r="r" b="b"/>
              <a:pathLst>
                <a:path w="19493" h="16746" extrusionOk="0">
                  <a:moveTo>
                    <a:pt x="785" y="1"/>
                  </a:moveTo>
                  <a:cubicBezTo>
                    <a:pt x="348" y="1"/>
                    <a:pt x="0" y="348"/>
                    <a:pt x="0" y="777"/>
                  </a:cubicBezTo>
                  <a:lnTo>
                    <a:pt x="0" y="3560"/>
                  </a:lnTo>
                  <a:lnTo>
                    <a:pt x="0" y="16388"/>
                  </a:lnTo>
                  <a:cubicBezTo>
                    <a:pt x="0" y="16585"/>
                    <a:pt x="161" y="16745"/>
                    <a:pt x="357" y="16745"/>
                  </a:cubicBezTo>
                  <a:lnTo>
                    <a:pt x="19136" y="16745"/>
                  </a:lnTo>
                  <a:cubicBezTo>
                    <a:pt x="19332" y="16745"/>
                    <a:pt x="19493" y="16585"/>
                    <a:pt x="19493" y="16388"/>
                  </a:cubicBezTo>
                  <a:lnTo>
                    <a:pt x="19493" y="3560"/>
                  </a:lnTo>
                  <a:lnTo>
                    <a:pt x="19493" y="777"/>
                  </a:lnTo>
                  <a:cubicBezTo>
                    <a:pt x="19493" y="348"/>
                    <a:pt x="19145" y="1"/>
                    <a:pt x="18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9" name="Google Shape;49;p8"/>
            <p:cNvGrpSpPr/>
            <p:nvPr/>
          </p:nvGrpSpPr>
          <p:grpSpPr>
            <a:xfrm>
              <a:off x="3155513" y="3003000"/>
              <a:ext cx="476400" cy="411075"/>
              <a:chOff x="2341925" y="2855575"/>
              <a:chExt cx="476400" cy="411075"/>
            </a:xfrm>
          </p:grpSpPr>
          <p:sp>
            <p:nvSpPr>
              <p:cNvPr id="50" name="Google Shape;50;p8"/>
              <p:cNvSpPr/>
              <p:nvPr/>
            </p:nvSpPr>
            <p:spPr>
              <a:xfrm>
                <a:off x="2341925" y="2855575"/>
                <a:ext cx="476400" cy="411075"/>
              </a:xfrm>
              <a:custGeom>
                <a:avLst/>
                <a:gdLst/>
                <a:ahLst/>
                <a:cxnLst/>
                <a:rect l="l" t="t" r="r" b="b"/>
                <a:pathLst>
                  <a:path w="19056" h="16443" extrusionOk="0">
                    <a:moveTo>
                      <a:pt x="1017" y="1"/>
                    </a:moveTo>
                    <a:cubicBezTo>
                      <a:pt x="455" y="1"/>
                      <a:pt x="0" y="456"/>
                      <a:pt x="0" y="1018"/>
                    </a:cubicBezTo>
                    <a:lnTo>
                      <a:pt x="0" y="15827"/>
                    </a:lnTo>
                    <a:cubicBezTo>
                      <a:pt x="0" y="16166"/>
                      <a:pt x="277" y="16442"/>
                      <a:pt x="616" y="16442"/>
                    </a:cubicBezTo>
                    <a:lnTo>
                      <a:pt x="18431" y="16442"/>
                    </a:lnTo>
                    <a:cubicBezTo>
                      <a:pt x="18779" y="16442"/>
                      <a:pt x="19047" y="16166"/>
                      <a:pt x="19047" y="15827"/>
                    </a:cubicBezTo>
                    <a:lnTo>
                      <a:pt x="19047" y="1018"/>
                    </a:lnTo>
                    <a:cubicBezTo>
                      <a:pt x="19056" y="456"/>
                      <a:pt x="18592" y="1"/>
                      <a:pt x="18030" y="1"/>
                    </a:cubicBezTo>
                    <a:lnTo>
                      <a:pt x="5469" y="1"/>
                    </a:lnTo>
                    <a:cubicBezTo>
                      <a:pt x="5317" y="1"/>
                      <a:pt x="5192" y="126"/>
                      <a:pt x="5192" y="277"/>
                    </a:cubicBezTo>
                    <a:cubicBezTo>
                      <a:pt x="5192" y="429"/>
                      <a:pt x="5317" y="554"/>
                      <a:pt x="5469" y="554"/>
                    </a:cubicBezTo>
                    <a:lnTo>
                      <a:pt x="18030" y="554"/>
                    </a:lnTo>
                    <a:cubicBezTo>
                      <a:pt x="18288" y="554"/>
                      <a:pt x="18494" y="759"/>
                      <a:pt x="18494" y="1018"/>
                    </a:cubicBezTo>
                    <a:lnTo>
                      <a:pt x="18494" y="2775"/>
                    </a:lnTo>
                    <a:cubicBezTo>
                      <a:pt x="18352" y="2772"/>
                      <a:pt x="18212" y="2771"/>
                      <a:pt x="18073" y="2771"/>
                    </a:cubicBezTo>
                    <a:cubicBezTo>
                      <a:pt x="17736" y="2771"/>
                      <a:pt x="17406" y="2778"/>
                      <a:pt x="17084" y="2784"/>
                    </a:cubicBezTo>
                    <a:cubicBezTo>
                      <a:pt x="16932" y="2784"/>
                      <a:pt x="16807" y="2918"/>
                      <a:pt x="16816" y="3069"/>
                    </a:cubicBezTo>
                    <a:cubicBezTo>
                      <a:pt x="16816" y="3216"/>
                      <a:pt x="16941" y="3338"/>
                      <a:pt x="17087" y="3338"/>
                    </a:cubicBezTo>
                    <a:cubicBezTo>
                      <a:pt x="17092" y="3338"/>
                      <a:pt x="17097" y="3337"/>
                      <a:pt x="17102" y="3337"/>
                    </a:cubicBezTo>
                    <a:cubicBezTo>
                      <a:pt x="17325" y="3333"/>
                      <a:pt x="17555" y="3330"/>
                      <a:pt x="17788" y="3330"/>
                    </a:cubicBezTo>
                    <a:cubicBezTo>
                      <a:pt x="18021" y="3330"/>
                      <a:pt x="18257" y="3333"/>
                      <a:pt x="18494" y="3337"/>
                    </a:cubicBezTo>
                    <a:lnTo>
                      <a:pt x="18494" y="15827"/>
                    </a:lnTo>
                    <a:cubicBezTo>
                      <a:pt x="18494" y="15862"/>
                      <a:pt x="18467" y="15880"/>
                      <a:pt x="18431" y="15880"/>
                    </a:cubicBezTo>
                    <a:lnTo>
                      <a:pt x="616" y="15880"/>
                    </a:lnTo>
                    <a:cubicBezTo>
                      <a:pt x="589" y="15880"/>
                      <a:pt x="562" y="15862"/>
                      <a:pt x="562" y="15827"/>
                    </a:cubicBezTo>
                    <a:lnTo>
                      <a:pt x="562" y="3337"/>
                    </a:lnTo>
                    <a:cubicBezTo>
                      <a:pt x="3100" y="3333"/>
                      <a:pt x="5658" y="3330"/>
                      <a:pt x="8217" y="3330"/>
                    </a:cubicBezTo>
                    <a:cubicBezTo>
                      <a:pt x="10775" y="3330"/>
                      <a:pt x="13333" y="3333"/>
                      <a:pt x="15871" y="3337"/>
                    </a:cubicBezTo>
                    <a:cubicBezTo>
                      <a:pt x="16022" y="3337"/>
                      <a:pt x="16147" y="3221"/>
                      <a:pt x="16147" y="3061"/>
                    </a:cubicBezTo>
                    <a:cubicBezTo>
                      <a:pt x="16147" y="2909"/>
                      <a:pt x="16022" y="2784"/>
                      <a:pt x="15871" y="2784"/>
                    </a:cubicBezTo>
                    <a:cubicBezTo>
                      <a:pt x="13333" y="2775"/>
                      <a:pt x="10777" y="2771"/>
                      <a:pt x="8220" y="2771"/>
                    </a:cubicBezTo>
                    <a:cubicBezTo>
                      <a:pt x="5663" y="2771"/>
                      <a:pt x="3105" y="2775"/>
                      <a:pt x="562" y="2784"/>
                    </a:cubicBezTo>
                    <a:lnTo>
                      <a:pt x="562" y="1018"/>
                    </a:lnTo>
                    <a:cubicBezTo>
                      <a:pt x="562" y="759"/>
                      <a:pt x="767" y="554"/>
                      <a:pt x="1017" y="554"/>
                    </a:cubicBezTo>
                    <a:lnTo>
                      <a:pt x="4336" y="554"/>
                    </a:lnTo>
                    <a:cubicBezTo>
                      <a:pt x="4488" y="554"/>
                      <a:pt x="4612" y="429"/>
                      <a:pt x="4612" y="277"/>
                    </a:cubicBezTo>
                    <a:cubicBezTo>
                      <a:pt x="4612" y="126"/>
                      <a:pt x="4488" y="1"/>
                      <a:pt x="433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1" name="Google Shape;51;p8"/>
              <p:cNvSpPr/>
              <p:nvPr/>
            </p:nvSpPr>
            <p:spPr>
              <a:xfrm>
                <a:off x="2403925" y="2891700"/>
                <a:ext cx="262975" cy="13850"/>
              </a:xfrm>
              <a:custGeom>
                <a:avLst/>
                <a:gdLst/>
                <a:ahLst/>
                <a:cxnLst/>
                <a:rect l="l" t="t" r="r" b="b"/>
                <a:pathLst>
                  <a:path w="10519" h="554" extrusionOk="0">
                    <a:moveTo>
                      <a:pt x="286" y="1"/>
                    </a:moveTo>
                    <a:cubicBezTo>
                      <a:pt x="125" y="1"/>
                      <a:pt x="0" y="117"/>
                      <a:pt x="0" y="277"/>
                    </a:cubicBezTo>
                    <a:cubicBezTo>
                      <a:pt x="0" y="429"/>
                      <a:pt x="125" y="554"/>
                      <a:pt x="286" y="554"/>
                    </a:cubicBezTo>
                    <a:lnTo>
                      <a:pt x="10233" y="554"/>
                    </a:lnTo>
                    <a:cubicBezTo>
                      <a:pt x="10393" y="554"/>
                      <a:pt x="10518" y="429"/>
                      <a:pt x="10518" y="277"/>
                    </a:cubicBezTo>
                    <a:cubicBezTo>
                      <a:pt x="10518" y="117"/>
                      <a:pt x="10393" y="1"/>
                      <a:pt x="102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2" name="Google Shape;52;p8"/>
              <p:cNvSpPr/>
              <p:nvPr/>
            </p:nvSpPr>
            <p:spPr>
              <a:xfrm>
                <a:off x="2686500" y="2889700"/>
                <a:ext cx="14075" cy="15200"/>
              </a:xfrm>
              <a:custGeom>
                <a:avLst/>
                <a:gdLst/>
                <a:ahLst/>
                <a:cxnLst/>
                <a:rect l="l" t="t" r="r" b="b"/>
                <a:pathLst>
                  <a:path w="563" h="608" extrusionOk="0">
                    <a:moveTo>
                      <a:pt x="286" y="1"/>
                    </a:moveTo>
                    <a:cubicBezTo>
                      <a:pt x="125" y="1"/>
                      <a:pt x="0" y="125"/>
                      <a:pt x="0" y="277"/>
                    </a:cubicBezTo>
                    <a:lnTo>
                      <a:pt x="0" y="331"/>
                    </a:lnTo>
                    <a:cubicBezTo>
                      <a:pt x="0" y="482"/>
                      <a:pt x="125" y="607"/>
                      <a:pt x="286" y="607"/>
                    </a:cubicBezTo>
                    <a:cubicBezTo>
                      <a:pt x="437" y="607"/>
                      <a:pt x="562" y="482"/>
                      <a:pt x="562" y="331"/>
                    </a:cubicBezTo>
                    <a:lnTo>
                      <a:pt x="562" y="277"/>
                    </a:lnTo>
                    <a:cubicBezTo>
                      <a:pt x="562" y="125"/>
                      <a:pt x="437" y="1"/>
                      <a:pt x="2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3" name="Google Shape;53;p8"/>
              <p:cNvSpPr/>
              <p:nvPr/>
            </p:nvSpPr>
            <p:spPr>
              <a:xfrm>
                <a:off x="2714375" y="2889700"/>
                <a:ext cx="14075" cy="15200"/>
              </a:xfrm>
              <a:custGeom>
                <a:avLst/>
                <a:gdLst/>
                <a:ahLst/>
                <a:cxnLst/>
                <a:rect l="l" t="t" r="r" b="b"/>
                <a:pathLst>
                  <a:path w="563" h="608" extrusionOk="0">
                    <a:moveTo>
                      <a:pt x="277" y="1"/>
                    </a:moveTo>
                    <a:cubicBezTo>
                      <a:pt x="125" y="1"/>
                      <a:pt x="0" y="125"/>
                      <a:pt x="0" y="277"/>
                    </a:cubicBezTo>
                    <a:lnTo>
                      <a:pt x="0" y="331"/>
                    </a:lnTo>
                    <a:cubicBezTo>
                      <a:pt x="0" y="482"/>
                      <a:pt x="125" y="607"/>
                      <a:pt x="277" y="607"/>
                    </a:cubicBezTo>
                    <a:cubicBezTo>
                      <a:pt x="438" y="607"/>
                      <a:pt x="562" y="482"/>
                      <a:pt x="562" y="331"/>
                    </a:cubicBezTo>
                    <a:lnTo>
                      <a:pt x="562" y="277"/>
                    </a:lnTo>
                    <a:cubicBezTo>
                      <a:pt x="562" y="125"/>
                      <a:pt x="438"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4" name="Google Shape;54;p8"/>
              <p:cNvSpPr/>
              <p:nvPr/>
            </p:nvSpPr>
            <p:spPr>
              <a:xfrm>
                <a:off x="2742250" y="2889700"/>
                <a:ext cx="14075" cy="15200"/>
              </a:xfrm>
              <a:custGeom>
                <a:avLst/>
                <a:gdLst/>
                <a:ahLst/>
                <a:cxnLst/>
                <a:rect l="l" t="t" r="r" b="b"/>
                <a:pathLst>
                  <a:path w="563" h="608" extrusionOk="0">
                    <a:moveTo>
                      <a:pt x="277" y="1"/>
                    </a:moveTo>
                    <a:cubicBezTo>
                      <a:pt x="125" y="1"/>
                      <a:pt x="0" y="125"/>
                      <a:pt x="0" y="277"/>
                    </a:cubicBezTo>
                    <a:lnTo>
                      <a:pt x="0" y="331"/>
                    </a:lnTo>
                    <a:cubicBezTo>
                      <a:pt x="0" y="482"/>
                      <a:pt x="125" y="607"/>
                      <a:pt x="277" y="607"/>
                    </a:cubicBezTo>
                    <a:cubicBezTo>
                      <a:pt x="438" y="607"/>
                      <a:pt x="563" y="482"/>
                      <a:pt x="563" y="331"/>
                    </a:cubicBezTo>
                    <a:lnTo>
                      <a:pt x="563" y="277"/>
                    </a:lnTo>
                    <a:cubicBezTo>
                      <a:pt x="563" y="125"/>
                      <a:pt x="438"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5" name="Google Shape;55;p8"/>
              <p:cNvSpPr/>
              <p:nvPr/>
            </p:nvSpPr>
            <p:spPr>
              <a:xfrm>
                <a:off x="2446300" y="3154650"/>
                <a:ext cx="14075" cy="15200"/>
              </a:xfrm>
              <a:custGeom>
                <a:avLst/>
                <a:gdLst/>
                <a:ahLst/>
                <a:cxnLst/>
                <a:rect l="l" t="t" r="r" b="b"/>
                <a:pathLst>
                  <a:path w="563" h="608" extrusionOk="0">
                    <a:moveTo>
                      <a:pt x="277" y="1"/>
                    </a:moveTo>
                    <a:cubicBezTo>
                      <a:pt x="125" y="1"/>
                      <a:pt x="0" y="126"/>
                      <a:pt x="0" y="277"/>
                    </a:cubicBezTo>
                    <a:lnTo>
                      <a:pt x="0" y="331"/>
                    </a:lnTo>
                    <a:cubicBezTo>
                      <a:pt x="0" y="482"/>
                      <a:pt x="125" y="607"/>
                      <a:pt x="277" y="607"/>
                    </a:cubicBezTo>
                    <a:cubicBezTo>
                      <a:pt x="437" y="607"/>
                      <a:pt x="562" y="482"/>
                      <a:pt x="562" y="331"/>
                    </a:cubicBezTo>
                    <a:lnTo>
                      <a:pt x="562" y="277"/>
                    </a:lnTo>
                    <a:cubicBezTo>
                      <a:pt x="562" y="126"/>
                      <a:pt x="437"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6" name="Google Shape;56;p8"/>
              <p:cNvSpPr/>
              <p:nvPr/>
            </p:nvSpPr>
            <p:spPr>
              <a:xfrm>
                <a:off x="2474175" y="3154650"/>
                <a:ext cx="14075" cy="15200"/>
              </a:xfrm>
              <a:custGeom>
                <a:avLst/>
                <a:gdLst/>
                <a:ahLst/>
                <a:cxnLst/>
                <a:rect l="l" t="t" r="r" b="b"/>
                <a:pathLst>
                  <a:path w="563" h="608" extrusionOk="0">
                    <a:moveTo>
                      <a:pt x="277" y="1"/>
                    </a:moveTo>
                    <a:cubicBezTo>
                      <a:pt x="125" y="1"/>
                      <a:pt x="0" y="126"/>
                      <a:pt x="0" y="277"/>
                    </a:cubicBezTo>
                    <a:lnTo>
                      <a:pt x="0" y="331"/>
                    </a:lnTo>
                    <a:cubicBezTo>
                      <a:pt x="0" y="482"/>
                      <a:pt x="125" y="607"/>
                      <a:pt x="277" y="607"/>
                    </a:cubicBezTo>
                    <a:cubicBezTo>
                      <a:pt x="438" y="607"/>
                      <a:pt x="562" y="482"/>
                      <a:pt x="562" y="331"/>
                    </a:cubicBezTo>
                    <a:lnTo>
                      <a:pt x="562" y="277"/>
                    </a:lnTo>
                    <a:cubicBezTo>
                      <a:pt x="562" y="126"/>
                      <a:pt x="438"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7" name="Google Shape;57;p8"/>
              <p:cNvSpPr/>
              <p:nvPr/>
            </p:nvSpPr>
            <p:spPr>
              <a:xfrm>
                <a:off x="2515425" y="3013925"/>
                <a:ext cx="137425" cy="14075"/>
              </a:xfrm>
              <a:custGeom>
                <a:avLst/>
                <a:gdLst/>
                <a:ahLst/>
                <a:cxnLst/>
                <a:rect l="l" t="t" r="r" b="b"/>
                <a:pathLst>
                  <a:path w="5497" h="563" extrusionOk="0">
                    <a:moveTo>
                      <a:pt x="277" y="1"/>
                    </a:moveTo>
                    <a:cubicBezTo>
                      <a:pt x="126" y="1"/>
                      <a:pt x="1" y="125"/>
                      <a:pt x="1" y="286"/>
                    </a:cubicBezTo>
                    <a:cubicBezTo>
                      <a:pt x="1" y="438"/>
                      <a:pt x="126" y="563"/>
                      <a:pt x="277" y="563"/>
                    </a:cubicBezTo>
                    <a:lnTo>
                      <a:pt x="5211" y="563"/>
                    </a:lnTo>
                    <a:cubicBezTo>
                      <a:pt x="5371" y="563"/>
                      <a:pt x="5496" y="438"/>
                      <a:pt x="5496" y="286"/>
                    </a:cubicBezTo>
                    <a:cubicBezTo>
                      <a:pt x="5496" y="125"/>
                      <a:pt x="5371" y="1"/>
                      <a:pt x="52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8" name="Google Shape;58;p8"/>
              <p:cNvSpPr/>
              <p:nvPr/>
            </p:nvSpPr>
            <p:spPr>
              <a:xfrm>
                <a:off x="2549775" y="3044700"/>
                <a:ext cx="68725" cy="13850"/>
              </a:xfrm>
              <a:custGeom>
                <a:avLst/>
                <a:gdLst/>
                <a:ahLst/>
                <a:cxnLst/>
                <a:rect l="l" t="t" r="r" b="b"/>
                <a:pathLst>
                  <a:path w="2749" h="554" extrusionOk="0">
                    <a:moveTo>
                      <a:pt x="277" y="1"/>
                    </a:moveTo>
                    <a:cubicBezTo>
                      <a:pt x="126" y="1"/>
                      <a:pt x="1" y="126"/>
                      <a:pt x="1" y="277"/>
                    </a:cubicBezTo>
                    <a:cubicBezTo>
                      <a:pt x="1" y="429"/>
                      <a:pt x="126" y="554"/>
                      <a:pt x="277" y="554"/>
                    </a:cubicBezTo>
                    <a:lnTo>
                      <a:pt x="2472" y="554"/>
                    </a:lnTo>
                    <a:cubicBezTo>
                      <a:pt x="2623" y="554"/>
                      <a:pt x="2748" y="429"/>
                      <a:pt x="2748" y="277"/>
                    </a:cubicBezTo>
                    <a:cubicBezTo>
                      <a:pt x="2748" y="126"/>
                      <a:pt x="2623" y="1"/>
                      <a:pt x="24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9" name="Google Shape;59;p8"/>
              <p:cNvSpPr/>
              <p:nvPr/>
            </p:nvSpPr>
            <p:spPr>
              <a:xfrm>
                <a:off x="2679350" y="3155325"/>
                <a:ext cx="33475" cy="13850"/>
              </a:xfrm>
              <a:custGeom>
                <a:avLst/>
                <a:gdLst/>
                <a:ahLst/>
                <a:cxnLst/>
                <a:rect l="l" t="t" r="r" b="b"/>
                <a:pathLst>
                  <a:path w="1339" h="554" extrusionOk="0">
                    <a:moveTo>
                      <a:pt x="277" y="0"/>
                    </a:moveTo>
                    <a:cubicBezTo>
                      <a:pt x="126" y="0"/>
                      <a:pt x="1" y="125"/>
                      <a:pt x="1" y="277"/>
                    </a:cubicBezTo>
                    <a:cubicBezTo>
                      <a:pt x="1" y="429"/>
                      <a:pt x="126" y="554"/>
                      <a:pt x="277" y="554"/>
                    </a:cubicBezTo>
                    <a:lnTo>
                      <a:pt x="1062" y="554"/>
                    </a:lnTo>
                    <a:cubicBezTo>
                      <a:pt x="1214" y="554"/>
                      <a:pt x="1339" y="429"/>
                      <a:pt x="1339" y="277"/>
                    </a:cubicBezTo>
                    <a:cubicBezTo>
                      <a:pt x="1339" y="125"/>
                      <a:pt x="1214" y="0"/>
                      <a:pt x="10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 name="Google Shape;60;p8"/>
              <p:cNvSpPr/>
              <p:nvPr/>
            </p:nvSpPr>
            <p:spPr>
              <a:xfrm>
                <a:off x="2428450" y="3085300"/>
                <a:ext cx="311375" cy="53325"/>
              </a:xfrm>
              <a:custGeom>
                <a:avLst/>
                <a:gdLst/>
                <a:ahLst/>
                <a:cxnLst/>
                <a:rect l="l" t="t" r="r" b="b"/>
                <a:pathLst>
                  <a:path w="12455" h="2133" extrusionOk="0">
                    <a:moveTo>
                      <a:pt x="1071" y="0"/>
                    </a:moveTo>
                    <a:cubicBezTo>
                      <a:pt x="482" y="0"/>
                      <a:pt x="1" y="482"/>
                      <a:pt x="1" y="1071"/>
                    </a:cubicBezTo>
                    <a:cubicBezTo>
                      <a:pt x="1" y="1660"/>
                      <a:pt x="482" y="2132"/>
                      <a:pt x="1071" y="2132"/>
                    </a:cubicBezTo>
                    <a:lnTo>
                      <a:pt x="4149" y="2132"/>
                    </a:lnTo>
                    <a:cubicBezTo>
                      <a:pt x="4301" y="2132"/>
                      <a:pt x="4425" y="2008"/>
                      <a:pt x="4425" y="1856"/>
                    </a:cubicBezTo>
                    <a:cubicBezTo>
                      <a:pt x="4425" y="1704"/>
                      <a:pt x="4301" y="1579"/>
                      <a:pt x="4149" y="1579"/>
                    </a:cubicBezTo>
                    <a:lnTo>
                      <a:pt x="1071" y="1579"/>
                    </a:lnTo>
                    <a:cubicBezTo>
                      <a:pt x="786" y="1579"/>
                      <a:pt x="563" y="1347"/>
                      <a:pt x="563" y="1071"/>
                    </a:cubicBezTo>
                    <a:cubicBezTo>
                      <a:pt x="563" y="785"/>
                      <a:pt x="786" y="562"/>
                      <a:pt x="1071" y="562"/>
                    </a:cubicBezTo>
                    <a:lnTo>
                      <a:pt x="11384" y="562"/>
                    </a:lnTo>
                    <a:cubicBezTo>
                      <a:pt x="11660" y="562"/>
                      <a:pt x="11892" y="785"/>
                      <a:pt x="11892" y="1071"/>
                    </a:cubicBezTo>
                    <a:cubicBezTo>
                      <a:pt x="11892" y="1347"/>
                      <a:pt x="11660" y="1579"/>
                      <a:pt x="11384" y="1579"/>
                    </a:cubicBezTo>
                    <a:lnTo>
                      <a:pt x="5282" y="1579"/>
                    </a:lnTo>
                    <a:cubicBezTo>
                      <a:pt x="5130" y="1579"/>
                      <a:pt x="5005" y="1704"/>
                      <a:pt x="5005" y="1856"/>
                    </a:cubicBezTo>
                    <a:cubicBezTo>
                      <a:pt x="5005" y="2008"/>
                      <a:pt x="5130" y="2132"/>
                      <a:pt x="5282" y="2132"/>
                    </a:cubicBezTo>
                    <a:lnTo>
                      <a:pt x="11384" y="2132"/>
                    </a:lnTo>
                    <a:cubicBezTo>
                      <a:pt x="11973" y="2132"/>
                      <a:pt x="12454" y="1660"/>
                      <a:pt x="12454" y="1071"/>
                    </a:cubicBezTo>
                    <a:cubicBezTo>
                      <a:pt x="12454" y="482"/>
                      <a:pt x="11973" y="0"/>
                      <a:pt x="1138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61" name="Google Shape;61;p8"/>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 name="Google Shape;62;p8"/>
          <p:cNvSpPr txBox="1">
            <a:spLocks noGrp="1"/>
          </p:cNvSpPr>
          <p:nvPr>
            <p:ph type="title" idx="2"/>
          </p:nvPr>
        </p:nvSpPr>
        <p:spPr>
          <a:xfrm rot="-5400000">
            <a:off x="8123800" y="2746200"/>
            <a:ext cx="7675200" cy="884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r>
              <a:rPr lang="en-US"/>
              <a:t>Click to edit Master title style</a:t>
            </a:r>
            <a:endParaRPr/>
          </a:p>
        </p:txBody>
      </p:sp>
    </p:spTree>
    <p:extLst>
      <p:ext uri="{BB962C8B-B14F-4D97-AF65-F5344CB8AC3E}">
        <p14:creationId xmlns:p14="http://schemas.microsoft.com/office/powerpoint/2010/main" val="1003865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3"/>
        <p:cNvGrpSpPr/>
        <p:nvPr/>
      </p:nvGrpSpPr>
      <p:grpSpPr>
        <a:xfrm>
          <a:off x="0" y="0"/>
          <a:ext cx="0" cy="0"/>
          <a:chOff x="0" y="0"/>
          <a:chExt cx="0" cy="0"/>
        </a:xfrm>
      </p:grpSpPr>
      <p:sp>
        <p:nvSpPr>
          <p:cNvPr id="64" name="Google Shape;64;p9"/>
          <p:cNvSpPr txBox="1">
            <a:spLocks noGrp="1"/>
          </p:cNvSpPr>
          <p:nvPr>
            <p:ph type="title"/>
          </p:nvPr>
        </p:nvSpPr>
        <p:spPr>
          <a:xfrm>
            <a:off x="2050267" y="1933500"/>
            <a:ext cx="5393600" cy="9992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65" name="Google Shape;65;p9"/>
          <p:cNvSpPr txBox="1">
            <a:spLocks noGrp="1"/>
          </p:cNvSpPr>
          <p:nvPr>
            <p:ph type="subTitle" idx="1"/>
          </p:nvPr>
        </p:nvSpPr>
        <p:spPr>
          <a:xfrm>
            <a:off x="4793467" y="3151033"/>
            <a:ext cx="5393600" cy="1646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sp>
        <p:nvSpPr>
          <p:cNvPr id="66" name="Google Shape;66;p9"/>
          <p:cNvSpPr/>
          <p:nvPr/>
        </p:nvSpPr>
        <p:spPr>
          <a:xfrm rot="-448633">
            <a:off x="8723891" y="3675302"/>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 name="Google Shape;67;p9"/>
          <p:cNvSpPr/>
          <p:nvPr/>
        </p:nvSpPr>
        <p:spPr>
          <a:xfrm>
            <a:off x="0" y="0"/>
            <a:ext cx="336400" cy="6858000"/>
          </a:xfrm>
          <a:prstGeom prst="rect">
            <a:avLst/>
          </a:prstGeom>
          <a:gradFill>
            <a:gsLst>
              <a:gs pos="0">
                <a:srgbClr val="6178F6"/>
              </a:gs>
              <a:gs pos="100000">
                <a:srgbClr val="737373">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 name="Google Shape;68;p9"/>
          <p:cNvSpPr txBox="1">
            <a:spLocks noGrp="1"/>
          </p:cNvSpPr>
          <p:nvPr>
            <p:ph type="title" idx="2"/>
          </p:nvPr>
        </p:nvSpPr>
        <p:spPr>
          <a:xfrm rot="-5400000">
            <a:off x="8123800" y="2746200"/>
            <a:ext cx="7675200" cy="884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r>
              <a:rPr lang="en-US"/>
              <a:t>Click to edit Master title style</a:t>
            </a:r>
            <a:endParaRPr/>
          </a:p>
        </p:txBody>
      </p:sp>
    </p:spTree>
    <p:extLst>
      <p:ext uri="{BB962C8B-B14F-4D97-AF65-F5344CB8AC3E}">
        <p14:creationId xmlns:p14="http://schemas.microsoft.com/office/powerpoint/2010/main" val="1507407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9"/>
        <p:cNvGrpSpPr/>
        <p:nvPr/>
      </p:nvGrpSpPr>
      <p:grpSpPr>
        <a:xfrm>
          <a:off x="0" y="0"/>
          <a:ext cx="0" cy="0"/>
          <a:chOff x="0" y="0"/>
          <a:chExt cx="0" cy="0"/>
        </a:xfrm>
      </p:grpSpPr>
      <p:sp>
        <p:nvSpPr>
          <p:cNvPr id="70" name="Google Shape;70;p10"/>
          <p:cNvSpPr/>
          <p:nvPr/>
        </p:nvSpPr>
        <p:spPr>
          <a:xfrm>
            <a:off x="7756163" y="-165467"/>
            <a:ext cx="4251600" cy="4250800"/>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 name="Google Shape;71;p10"/>
          <p:cNvSpPr txBox="1">
            <a:spLocks noGrp="1"/>
          </p:cNvSpPr>
          <p:nvPr>
            <p:ph type="body" idx="1"/>
          </p:nvPr>
        </p:nvSpPr>
        <p:spPr>
          <a:xfrm>
            <a:off x="8086300" y="719333"/>
            <a:ext cx="3154800" cy="2481200"/>
          </a:xfrm>
          <a:prstGeom prst="rect">
            <a:avLst/>
          </a:prstGeom>
        </p:spPr>
        <p:txBody>
          <a:bodyPr spcFirstLastPara="1" wrap="square" lIns="91425" tIns="91425" rIns="91425" bIns="91425" anchor="ctr" anchorCtr="0">
            <a:noAutofit/>
          </a:bodyPr>
          <a:lstStyle>
            <a:lvl1pPr marL="457200" lvl="0" indent="-228600" algn="r">
              <a:lnSpc>
                <a:spcPct val="100000"/>
              </a:lnSpc>
              <a:spcBef>
                <a:spcPts val="0"/>
              </a:spcBef>
              <a:spcAft>
                <a:spcPts val="0"/>
              </a:spcAft>
              <a:buSzPts val="1800"/>
              <a:buNone/>
              <a:defRPr sz="3500">
                <a:latin typeface="Abhaya Libre"/>
                <a:ea typeface="Abhaya Libre"/>
                <a:cs typeface="Abhaya Libre"/>
                <a:sym typeface="Abhaya Libre"/>
              </a:defRPr>
            </a:lvl1pPr>
          </a:lstStyle>
          <a:p>
            <a:pPr lvl="0"/>
            <a:r>
              <a:rPr lang="en-US"/>
              <a:t>Edit Master text styles</a:t>
            </a:r>
          </a:p>
        </p:txBody>
      </p:sp>
      <p:sp>
        <p:nvSpPr>
          <p:cNvPr id="72" name="Google Shape;72;p10"/>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3066328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73"/>
        <p:cNvGrpSpPr/>
        <p:nvPr/>
      </p:nvGrpSpPr>
      <p:grpSpPr>
        <a:xfrm>
          <a:off x="0" y="0"/>
          <a:ext cx="0" cy="0"/>
          <a:chOff x="0" y="0"/>
          <a:chExt cx="0" cy="0"/>
        </a:xfrm>
      </p:grpSpPr>
      <p:sp>
        <p:nvSpPr>
          <p:cNvPr id="74" name="Google Shape;74;p11"/>
          <p:cNvSpPr txBox="1">
            <a:spLocks noGrp="1"/>
          </p:cNvSpPr>
          <p:nvPr>
            <p:ph type="title" hasCustomPrompt="1"/>
          </p:nvPr>
        </p:nvSpPr>
        <p:spPr>
          <a:xfrm>
            <a:off x="2510800" y="1450533"/>
            <a:ext cx="7170400" cy="26180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solidFill>
                  <a:schemeClr val="accent1"/>
                </a:solidFill>
                <a:latin typeface="Poppins"/>
                <a:ea typeface="Poppins"/>
                <a:cs typeface="Poppins"/>
                <a:sym typeface="Poppins"/>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5" name="Google Shape;75;p11"/>
          <p:cNvSpPr txBox="1">
            <a:spLocks noGrp="1"/>
          </p:cNvSpPr>
          <p:nvPr>
            <p:ph type="body" idx="1"/>
          </p:nvPr>
        </p:nvSpPr>
        <p:spPr>
          <a:xfrm>
            <a:off x="2510800" y="4178667"/>
            <a:ext cx="7170400" cy="7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sz="16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Edit Master text styles</a:t>
            </a:r>
          </a:p>
        </p:txBody>
      </p:sp>
      <p:sp>
        <p:nvSpPr>
          <p:cNvPr id="76" name="Google Shape;76;p11"/>
          <p:cNvSpPr/>
          <p:nvPr/>
        </p:nvSpPr>
        <p:spPr>
          <a:xfrm rot="-448633">
            <a:off x="556791" y="3719035"/>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 name="Google Shape;77;p11"/>
          <p:cNvSpPr txBox="1">
            <a:spLocks noGrp="1"/>
          </p:cNvSpPr>
          <p:nvPr>
            <p:ph type="title" idx="2"/>
          </p:nvPr>
        </p:nvSpPr>
        <p:spPr>
          <a:xfrm rot="-5400000">
            <a:off x="8123800" y="2746200"/>
            <a:ext cx="7675200" cy="884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r>
              <a:rPr lang="en-US"/>
              <a:t>Click to edit Master title style</a:t>
            </a:r>
            <a:endParaRPr/>
          </a:p>
        </p:txBody>
      </p:sp>
      <p:sp>
        <p:nvSpPr>
          <p:cNvPr id="78" name="Google Shape;78;p11"/>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89861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79"/>
        <p:cNvGrpSpPr/>
        <p:nvPr/>
      </p:nvGrpSpPr>
      <p:grpSpPr>
        <a:xfrm>
          <a:off x="0" y="0"/>
          <a:ext cx="0" cy="0"/>
          <a:chOff x="0" y="0"/>
          <a:chExt cx="0" cy="0"/>
        </a:xfrm>
      </p:grpSpPr>
    </p:spTree>
    <p:extLst>
      <p:ext uri="{BB962C8B-B14F-4D97-AF65-F5344CB8AC3E}">
        <p14:creationId xmlns:p14="http://schemas.microsoft.com/office/powerpoint/2010/main" val="3678402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0"/>
        <p:cNvGrpSpPr/>
        <p:nvPr/>
      </p:nvGrpSpPr>
      <p:grpSpPr>
        <a:xfrm>
          <a:off x="0" y="0"/>
          <a:ext cx="0" cy="0"/>
          <a:chOff x="0" y="0"/>
          <a:chExt cx="0" cy="0"/>
        </a:xfrm>
      </p:grpSpPr>
      <p:sp>
        <p:nvSpPr>
          <p:cNvPr id="81" name="Google Shape;81;p13"/>
          <p:cNvSpPr/>
          <p:nvPr/>
        </p:nvSpPr>
        <p:spPr>
          <a:xfrm>
            <a:off x="9262833" y="3606203"/>
            <a:ext cx="3624000" cy="3623200"/>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 name="Google Shape;82;p13"/>
          <p:cNvSpPr txBox="1">
            <a:spLocks noGrp="1"/>
          </p:cNvSpPr>
          <p:nvPr>
            <p:ph type="title" hasCustomPrompt="1"/>
          </p:nvPr>
        </p:nvSpPr>
        <p:spPr>
          <a:xfrm flipH="1">
            <a:off x="3525667" y="2296967"/>
            <a:ext cx="2234800" cy="113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3500"/>
              <a:buNone/>
              <a:defRPr sz="8500">
                <a:solidFill>
                  <a:srgbClr val="6178F6"/>
                </a:solidFill>
                <a:latin typeface="Poppins"/>
                <a:ea typeface="Poppins"/>
                <a:cs typeface="Poppins"/>
                <a:sym typeface="Poppins"/>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3" name="Google Shape;83;p13"/>
          <p:cNvSpPr txBox="1">
            <a:spLocks noGrp="1"/>
          </p:cNvSpPr>
          <p:nvPr>
            <p:ph type="subTitle" idx="1"/>
          </p:nvPr>
        </p:nvSpPr>
        <p:spPr>
          <a:xfrm flipH="1">
            <a:off x="950965" y="2296967"/>
            <a:ext cx="3203200" cy="4952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None/>
              <a:defRPr sz="2500" b="1">
                <a:latin typeface="Abhaya Libre"/>
                <a:ea typeface="Abhaya Libre"/>
                <a:cs typeface="Abhaya Libre"/>
                <a:sym typeface="Abhaya Libre"/>
              </a:defRPr>
            </a:lvl1pPr>
            <a:lvl2pPr lvl="1" algn="r" rtl="0">
              <a:lnSpc>
                <a:spcPct val="100000"/>
              </a:lnSpc>
              <a:spcBef>
                <a:spcPts val="0"/>
              </a:spcBef>
              <a:spcAft>
                <a:spcPts val="0"/>
              </a:spcAft>
              <a:buNone/>
              <a:defRPr sz="2500" b="1">
                <a:latin typeface="Abhaya Libre"/>
                <a:ea typeface="Abhaya Libre"/>
                <a:cs typeface="Abhaya Libre"/>
                <a:sym typeface="Abhaya Libre"/>
              </a:defRPr>
            </a:lvl2pPr>
            <a:lvl3pPr lvl="2" algn="r" rtl="0">
              <a:lnSpc>
                <a:spcPct val="100000"/>
              </a:lnSpc>
              <a:spcBef>
                <a:spcPts val="0"/>
              </a:spcBef>
              <a:spcAft>
                <a:spcPts val="0"/>
              </a:spcAft>
              <a:buNone/>
              <a:defRPr sz="2500" b="1">
                <a:latin typeface="Abhaya Libre"/>
                <a:ea typeface="Abhaya Libre"/>
                <a:cs typeface="Abhaya Libre"/>
                <a:sym typeface="Abhaya Libre"/>
              </a:defRPr>
            </a:lvl3pPr>
            <a:lvl4pPr lvl="3" algn="r" rtl="0">
              <a:lnSpc>
                <a:spcPct val="100000"/>
              </a:lnSpc>
              <a:spcBef>
                <a:spcPts val="0"/>
              </a:spcBef>
              <a:spcAft>
                <a:spcPts val="0"/>
              </a:spcAft>
              <a:buNone/>
              <a:defRPr sz="2500" b="1">
                <a:latin typeface="Abhaya Libre"/>
                <a:ea typeface="Abhaya Libre"/>
                <a:cs typeface="Abhaya Libre"/>
                <a:sym typeface="Abhaya Libre"/>
              </a:defRPr>
            </a:lvl4pPr>
            <a:lvl5pPr lvl="4" algn="r" rtl="0">
              <a:lnSpc>
                <a:spcPct val="100000"/>
              </a:lnSpc>
              <a:spcBef>
                <a:spcPts val="0"/>
              </a:spcBef>
              <a:spcAft>
                <a:spcPts val="0"/>
              </a:spcAft>
              <a:buNone/>
              <a:defRPr sz="2500" b="1">
                <a:latin typeface="Abhaya Libre"/>
                <a:ea typeface="Abhaya Libre"/>
                <a:cs typeface="Abhaya Libre"/>
                <a:sym typeface="Abhaya Libre"/>
              </a:defRPr>
            </a:lvl5pPr>
            <a:lvl6pPr lvl="5" algn="r" rtl="0">
              <a:lnSpc>
                <a:spcPct val="100000"/>
              </a:lnSpc>
              <a:spcBef>
                <a:spcPts val="0"/>
              </a:spcBef>
              <a:spcAft>
                <a:spcPts val="0"/>
              </a:spcAft>
              <a:buNone/>
              <a:defRPr sz="2500" b="1">
                <a:latin typeface="Abhaya Libre"/>
                <a:ea typeface="Abhaya Libre"/>
                <a:cs typeface="Abhaya Libre"/>
                <a:sym typeface="Abhaya Libre"/>
              </a:defRPr>
            </a:lvl6pPr>
            <a:lvl7pPr lvl="6" algn="r" rtl="0">
              <a:lnSpc>
                <a:spcPct val="100000"/>
              </a:lnSpc>
              <a:spcBef>
                <a:spcPts val="0"/>
              </a:spcBef>
              <a:spcAft>
                <a:spcPts val="0"/>
              </a:spcAft>
              <a:buNone/>
              <a:defRPr sz="2500" b="1">
                <a:latin typeface="Abhaya Libre"/>
                <a:ea typeface="Abhaya Libre"/>
                <a:cs typeface="Abhaya Libre"/>
                <a:sym typeface="Abhaya Libre"/>
              </a:defRPr>
            </a:lvl7pPr>
            <a:lvl8pPr lvl="7" algn="r" rtl="0">
              <a:lnSpc>
                <a:spcPct val="100000"/>
              </a:lnSpc>
              <a:spcBef>
                <a:spcPts val="0"/>
              </a:spcBef>
              <a:spcAft>
                <a:spcPts val="0"/>
              </a:spcAft>
              <a:buNone/>
              <a:defRPr sz="2500" b="1">
                <a:latin typeface="Abhaya Libre"/>
                <a:ea typeface="Abhaya Libre"/>
                <a:cs typeface="Abhaya Libre"/>
                <a:sym typeface="Abhaya Libre"/>
              </a:defRPr>
            </a:lvl8pPr>
            <a:lvl9pPr lvl="8" algn="r"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84" name="Google Shape;84;p13"/>
          <p:cNvSpPr txBox="1">
            <a:spLocks noGrp="1"/>
          </p:cNvSpPr>
          <p:nvPr>
            <p:ph type="subTitle" idx="2"/>
          </p:nvPr>
        </p:nvSpPr>
        <p:spPr>
          <a:xfrm flipH="1">
            <a:off x="950967" y="2728433"/>
            <a:ext cx="3203200" cy="7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lvl1pPr>
            <a:lvl2pPr lvl="1" algn="r" rtl="0">
              <a:lnSpc>
                <a:spcPct val="100000"/>
              </a:lnSpc>
              <a:spcBef>
                <a:spcPts val="0"/>
              </a:spcBef>
              <a:spcAft>
                <a:spcPts val="0"/>
              </a:spcAft>
              <a:buNone/>
              <a:defRPr sz="1400"/>
            </a:lvl2pPr>
            <a:lvl3pPr lvl="2" algn="r" rtl="0">
              <a:lnSpc>
                <a:spcPct val="100000"/>
              </a:lnSpc>
              <a:spcBef>
                <a:spcPts val="0"/>
              </a:spcBef>
              <a:spcAft>
                <a:spcPts val="0"/>
              </a:spcAft>
              <a:buNone/>
              <a:defRPr sz="1400"/>
            </a:lvl3pPr>
            <a:lvl4pPr lvl="3" algn="r" rtl="0">
              <a:lnSpc>
                <a:spcPct val="100000"/>
              </a:lnSpc>
              <a:spcBef>
                <a:spcPts val="0"/>
              </a:spcBef>
              <a:spcAft>
                <a:spcPts val="0"/>
              </a:spcAft>
              <a:buNone/>
              <a:defRPr sz="1400"/>
            </a:lvl4pPr>
            <a:lvl5pPr lvl="4" algn="r" rtl="0">
              <a:lnSpc>
                <a:spcPct val="100000"/>
              </a:lnSpc>
              <a:spcBef>
                <a:spcPts val="0"/>
              </a:spcBef>
              <a:spcAft>
                <a:spcPts val="0"/>
              </a:spcAft>
              <a:buNone/>
              <a:defRPr sz="1400"/>
            </a:lvl5pPr>
            <a:lvl6pPr lvl="5" algn="r" rtl="0">
              <a:lnSpc>
                <a:spcPct val="100000"/>
              </a:lnSpc>
              <a:spcBef>
                <a:spcPts val="0"/>
              </a:spcBef>
              <a:spcAft>
                <a:spcPts val="0"/>
              </a:spcAft>
              <a:buNone/>
              <a:defRPr sz="1400"/>
            </a:lvl6pPr>
            <a:lvl7pPr lvl="6" algn="r" rtl="0">
              <a:lnSpc>
                <a:spcPct val="100000"/>
              </a:lnSpc>
              <a:spcBef>
                <a:spcPts val="0"/>
              </a:spcBef>
              <a:spcAft>
                <a:spcPts val="0"/>
              </a:spcAft>
              <a:buNone/>
              <a:defRPr sz="1400"/>
            </a:lvl7pPr>
            <a:lvl8pPr lvl="7" algn="r" rtl="0">
              <a:lnSpc>
                <a:spcPct val="100000"/>
              </a:lnSpc>
              <a:spcBef>
                <a:spcPts val="0"/>
              </a:spcBef>
              <a:spcAft>
                <a:spcPts val="0"/>
              </a:spcAft>
              <a:buNone/>
              <a:defRPr sz="1400"/>
            </a:lvl8pPr>
            <a:lvl9pPr lvl="8" algn="r" rtl="0">
              <a:lnSpc>
                <a:spcPct val="100000"/>
              </a:lnSpc>
              <a:spcBef>
                <a:spcPts val="0"/>
              </a:spcBef>
              <a:spcAft>
                <a:spcPts val="0"/>
              </a:spcAft>
              <a:buNone/>
              <a:defRPr sz="1400"/>
            </a:lvl9pPr>
          </a:lstStyle>
          <a:p>
            <a:r>
              <a:rPr lang="en-US"/>
              <a:t>Click to edit Master subtitle style</a:t>
            </a:r>
            <a:endParaRPr/>
          </a:p>
        </p:txBody>
      </p:sp>
      <p:sp>
        <p:nvSpPr>
          <p:cNvPr id="85" name="Google Shape;85;p13"/>
          <p:cNvSpPr txBox="1">
            <a:spLocks noGrp="1"/>
          </p:cNvSpPr>
          <p:nvPr>
            <p:ph type="title" idx="3" hasCustomPrompt="1"/>
          </p:nvPr>
        </p:nvSpPr>
        <p:spPr>
          <a:xfrm flipH="1">
            <a:off x="3525700" y="4332700"/>
            <a:ext cx="2234800" cy="113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3500"/>
              <a:buNone/>
              <a:defRPr sz="8000">
                <a:solidFill>
                  <a:srgbClr val="6178F6"/>
                </a:solidFill>
                <a:latin typeface="Poppins"/>
                <a:ea typeface="Poppins"/>
                <a:cs typeface="Poppins"/>
                <a:sym typeface="Poppins"/>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6" name="Google Shape;86;p13"/>
          <p:cNvSpPr txBox="1">
            <a:spLocks noGrp="1"/>
          </p:cNvSpPr>
          <p:nvPr>
            <p:ph type="subTitle" idx="4"/>
          </p:nvPr>
        </p:nvSpPr>
        <p:spPr>
          <a:xfrm flipH="1">
            <a:off x="950965" y="4332716"/>
            <a:ext cx="3203200" cy="4952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None/>
              <a:defRPr sz="2500" b="1">
                <a:latin typeface="Abhaya Libre"/>
                <a:ea typeface="Abhaya Libre"/>
                <a:cs typeface="Abhaya Libre"/>
                <a:sym typeface="Abhaya Libre"/>
              </a:defRPr>
            </a:lvl1pPr>
            <a:lvl2pPr lvl="1" algn="r" rtl="0">
              <a:lnSpc>
                <a:spcPct val="100000"/>
              </a:lnSpc>
              <a:spcBef>
                <a:spcPts val="0"/>
              </a:spcBef>
              <a:spcAft>
                <a:spcPts val="0"/>
              </a:spcAft>
              <a:buNone/>
              <a:defRPr sz="2500" b="1">
                <a:latin typeface="Abhaya Libre"/>
                <a:ea typeface="Abhaya Libre"/>
                <a:cs typeface="Abhaya Libre"/>
                <a:sym typeface="Abhaya Libre"/>
              </a:defRPr>
            </a:lvl2pPr>
            <a:lvl3pPr lvl="2" algn="r" rtl="0">
              <a:lnSpc>
                <a:spcPct val="100000"/>
              </a:lnSpc>
              <a:spcBef>
                <a:spcPts val="0"/>
              </a:spcBef>
              <a:spcAft>
                <a:spcPts val="0"/>
              </a:spcAft>
              <a:buNone/>
              <a:defRPr sz="2500" b="1">
                <a:latin typeface="Abhaya Libre"/>
                <a:ea typeface="Abhaya Libre"/>
                <a:cs typeface="Abhaya Libre"/>
                <a:sym typeface="Abhaya Libre"/>
              </a:defRPr>
            </a:lvl3pPr>
            <a:lvl4pPr lvl="3" algn="r" rtl="0">
              <a:lnSpc>
                <a:spcPct val="100000"/>
              </a:lnSpc>
              <a:spcBef>
                <a:spcPts val="0"/>
              </a:spcBef>
              <a:spcAft>
                <a:spcPts val="0"/>
              </a:spcAft>
              <a:buNone/>
              <a:defRPr sz="2500" b="1">
                <a:latin typeface="Abhaya Libre"/>
                <a:ea typeface="Abhaya Libre"/>
                <a:cs typeface="Abhaya Libre"/>
                <a:sym typeface="Abhaya Libre"/>
              </a:defRPr>
            </a:lvl4pPr>
            <a:lvl5pPr lvl="4" algn="r" rtl="0">
              <a:lnSpc>
                <a:spcPct val="100000"/>
              </a:lnSpc>
              <a:spcBef>
                <a:spcPts val="0"/>
              </a:spcBef>
              <a:spcAft>
                <a:spcPts val="0"/>
              </a:spcAft>
              <a:buNone/>
              <a:defRPr sz="2500" b="1">
                <a:latin typeface="Abhaya Libre"/>
                <a:ea typeface="Abhaya Libre"/>
                <a:cs typeface="Abhaya Libre"/>
                <a:sym typeface="Abhaya Libre"/>
              </a:defRPr>
            </a:lvl5pPr>
            <a:lvl6pPr lvl="5" algn="r" rtl="0">
              <a:lnSpc>
                <a:spcPct val="100000"/>
              </a:lnSpc>
              <a:spcBef>
                <a:spcPts val="0"/>
              </a:spcBef>
              <a:spcAft>
                <a:spcPts val="0"/>
              </a:spcAft>
              <a:buNone/>
              <a:defRPr sz="2500" b="1">
                <a:latin typeface="Abhaya Libre"/>
                <a:ea typeface="Abhaya Libre"/>
                <a:cs typeface="Abhaya Libre"/>
                <a:sym typeface="Abhaya Libre"/>
              </a:defRPr>
            </a:lvl6pPr>
            <a:lvl7pPr lvl="6" algn="r" rtl="0">
              <a:lnSpc>
                <a:spcPct val="100000"/>
              </a:lnSpc>
              <a:spcBef>
                <a:spcPts val="0"/>
              </a:spcBef>
              <a:spcAft>
                <a:spcPts val="0"/>
              </a:spcAft>
              <a:buNone/>
              <a:defRPr sz="2500" b="1">
                <a:latin typeface="Abhaya Libre"/>
                <a:ea typeface="Abhaya Libre"/>
                <a:cs typeface="Abhaya Libre"/>
                <a:sym typeface="Abhaya Libre"/>
              </a:defRPr>
            </a:lvl7pPr>
            <a:lvl8pPr lvl="7" algn="r" rtl="0">
              <a:lnSpc>
                <a:spcPct val="100000"/>
              </a:lnSpc>
              <a:spcBef>
                <a:spcPts val="0"/>
              </a:spcBef>
              <a:spcAft>
                <a:spcPts val="0"/>
              </a:spcAft>
              <a:buNone/>
              <a:defRPr sz="2500" b="1">
                <a:latin typeface="Abhaya Libre"/>
                <a:ea typeface="Abhaya Libre"/>
                <a:cs typeface="Abhaya Libre"/>
                <a:sym typeface="Abhaya Libre"/>
              </a:defRPr>
            </a:lvl8pPr>
            <a:lvl9pPr lvl="8" algn="r"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87" name="Google Shape;87;p13"/>
          <p:cNvSpPr txBox="1">
            <a:spLocks noGrp="1"/>
          </p:cNvSpPr>
          <p:nvPr>
            <p:ph type="subTitle" idx="5"/>
          </p:nvPr>
        </p:nvSpPr>
        <p:spPr>
          <a:xfrm flipH="1">
            <a:off x="950967" y="4740649"/>
            <a:ext cx="3203200" cy="7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lvl1pPr>
            <a:lvl2pPr lvl="1" algn="r" rtl="0">
              <a:lnSpc>
                <a:spcPct val="100000"/>
              </a:lnSpc>
              <a:spcBef>
                <a:spcPts val="0"/>
              </a:spcBef>
              <a:spcAft>
                <a:spcPts val="0"/>
              </a:spcAft>
              <a:buNone/>
              <a:defRPr sz="1400"/>
            </a:lvl2pPr>
            <a:lvl3pPr lvl="2" algn="r" rtl="0">
              <a:lnSpc>
                <a:spcPct val="100000"/>
              </a:lnSpc>
              <a:spcBef>
                <a:spcPts val="0"/>
              </a:spcBef>
              <a:spcAft>
                <a:spcPts val="0"/>
              </a:spcAft>
              <a:buNone/>
              <a:defRPr sz="1400"/>
            </a:lvl3pPr>
            <a:lvl4pPr lvl="3" algn="r" rtl="0">
              <a:lnSpc>
                <a:spcPct val="100000"/>
              </a:lnSpc>
              <a:spcBef>
                <a:spcPts val="0"/>
              </a:spcBef>
              <a:spcAft>
                <a:spcPts val="0"/>
              </a:spcAft>
              <a:buNone/>
              <a:defRPr sz="1400"/>
            </a:lvl4pPr>
            <a:lvl5pPr lvl="4" algn="r" rtl="0">
              <a:lnSpc>
                <a:spcPct val="100000"/>
              </a:lnSpc>
              <a:spcBef>
                <a:spcPts val="0"/>
              </a:spcBef>
              <a:spcAft>
                <a:spcPts val="0"/>
              </a:spcAft>
              <a:buNone/>
              <a:defRPr sz="1400"/>
            </a:lvl5pPr>
            <a:lvl6pPr lvl="5" algn="r" rtl="0">
              <a:lnSpc>
                <a:spcPct val="100000"/>
              </a:lnSpc>
              <a:spcBef>
                <a:spcPts val="0"/>
              </a:spcBef>
              <a:spcAft>
                <a:spcPts val="0"/>
              </a:spcAft>
              <a:buNone/>
              <a:defRPr sz="1400"/>
            </a:lvl6pPr>
            <a:lvl7pPr lvl="6" algn="r" rtl="0">
              <a:lnSpc>
                <a:spcPct val="100000"/>
              </a:lnSpc>
              <a:spcBef>
                <a:spcPts val="0"/>
              </a:spcBef>
              <a:spcAft>
                <a:spcPts val="0"/>
              </a:spcAft>
              <a:buNone/>
              <a:defRPr sz="1400"/>
            </a:lvl7pPr>
            <a:lvl8pPr lvl="7" algn="r" rtl="0">
              <a:lnSpc>
                <a:spcPct val="100000"/>
              </a:lnSpc>
              <a:spcBef>
                <a:spcPts val="0"/>
              </a:spcBef>
              <a:spcAft>
                <a:spcPts val="0"/>
              </a:spcAft>
              <a:buNone/>
              <a:defRPr sz="1400"/>
            </a:lvl8pPr>
            <a:lvl9pPr lvl="8" algn="r" rtl="0">
              <a:lnSpc>
                <a:spcPct val="100000"/>
              </a:lnSpc>
              <a:spcBef>
                <a:spcPts val="0"/>
              </a:spcBef>
              <a:spcAft>
                <a:spcPts val="0"/>
              </a:spcAft>
              <a:buNone/>
              <a:defRPr sz="1400"/>
            </a:lvl9pPr>
          </a:lstStyle>
          <a:p>
            <a:r>
              <a:rPr lang="en-US"/>
              <a:t>Click to edit Master subtitle style</a:t>
            </a:r>
            <a:endParaRPr/>
          </a:p>
        </p:txBody>
      </p:sp>
      <p:sp>
        <p:nvSpPr>
          <p:cNvPr id="88" name="Google Shape;88;p13"/>
          <p:cNvSpPr txBox="1">
            <a:spLocks noGrp="1"/>
          </p:cNvSpPr>
          <p:nvPr>
            <p:ph type="title" idx="6" hasCustomPrompt="1"/>
          </p:nvPr>
        </p:nvSpPr>
        <p:spPr>
          <a:xfrm>
            <a:off x="6431533" y="2296967"/>
            <a:ext cx="2234800" cy="1134800"/>
          </a:xfrm>
          <a:prstGeom prst="rect">
            <a:avLst/>
          </a:prstGeom>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3500"/>
              <a:buNone/>
              <a:defRPr sz="8000">
                <a:solidFill>
                  <a:srgbClr val="6178F6"/>
                </a:solidFill>
                <a:latin typeface="Poppins"/>
                <a:ea typeface="Poppins"/>
                <a:cs typeface="Poppins"/>
                <a:sym typeface="Poppins"/>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9" name="Google Shape;89;p13"/>
          <p:cNvSpPr txBox="1">
            <a:spLocks noGrp="1"/>
          </p:cNvSpPr>
          <p:nvPr>
            <p:ph type="subTitle" idx="7"/>
          </p:nvPr>
        </p:nvSpPr>
        <p:spPr>
          <a:xfrm>
            <a:off x="8037767" y="2296951"/>
            <a:ext cx="3203200" cy="49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90" name="Google Shape;90;p13"/>
          <p:cNvSpPr txBox="1">
            <a:spLocks noGrp="1"/>
          </p:cNvSpPr>
          <p:nvPr>
            <p:ph type="subTitle" idx="8"/>
          </p:nvPr>
        </p:nvSpPr>
        <p:spPr>
          <a:xfrm>
            <a:off x="8037768" y="2728433"/>
            <a:ext cx="32032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91" name="Google Shape;91;p13"/>
          <p:cNvSpPr txBox="1">
            <a:spLocks noGrp="1"/>
          </p:cNvSpPr>
          <p:nvPr>
            <p:ph type="title" idx="9" hasCustomPrompt="1"/>
          </p:nvPr>
        </p:nvSpPr>
        <p:spPr>
          <a:xfrm>
            <a:off x="6431500" y="4332700"/>
            <a:ext cx="2234800" cy="1134800"/>
          </a:xfrm>
          <a:prstGeom prst="rect">
            <a:avLst/>
          </a:prstGeom>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3500"/>
              <a:buNone/>
              <a:defRPr sz="8000">
                <a:solidFill>
                  <a:srgbClr val="6178F6"/>
                </a:solidFill>
                <a:latin typeface="Poppins"/>
                <a:ea typeface="Poppins"/>
                <a:cs typeface="Poppins"/>
                <a:sym typeface="Poppins"/>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2" name="Google Shape;92;p13"/>
          <p:cNvSpPr txBox="1">
            <a:spLocks noGrp="1"/>
          </p:cNvSpPr>
          <p:nvPr>
            <p:ph type="subTitle" idx="13"/>
          </p:nvPr>
        </p:nvSpPr>
        <p:spPr>
          <a:xfrm>
            <a:off x="8037767" y="4332712"/>
            <a:ext cx="3203200" cy="49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93" name="Google Shape;93;p13"/>
          <p:cNvSpPr txBox="1">
            <a:spLocks noGrp="1"/>
          </p:cNvSpPr>
          <p:nvPr>
            <p:ph type="subTitle" idx="14"/>
          </p:nvPr>
        </p:nvSpPr>
        <p:spPr>
          <a:xfrm>
            <a:off x="8037768" y="4740649"/>
            <a:ext cx="32032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94" name="Google Shape;94;p13"/>
          <p:cNvSpPr txBox="1">
            <a:spLocks noGrp="1"/>
          </p:cNvSpPr>
          <p:nvPr>
            <p:ph type="title" idx="15"/>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sp>
        <p:nvSpPr>
          <p:cNvPr id="95" name="Google Shape;95;p13"/>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4177045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96"/>
        <p:cNvGrpSpPr/>
        <p:nvPr/>
      </p:nvGrpSpPr>
      <p:grpSpPr>
        <a:xfrm>
          <a:off x="0" y="0"/>
          <a:ext cx="0" cy="0"/>
          <a:chOff x="0" y="0"/>
          <a:chExt cx="0" cy="0"/>
        </a:xfrm>
      </p:grpSpPr>
      <p:sp>
        <p:nvSpPr>
          <p:cNvPr id="97" name="Google Shape;97;p14"/>
          <p:cNvSpPr/>
          <p:nvPr/>
        </p:nvSpPr>
        <p:spPr>
          <a:xfrm rot="-448633">
            <a:off x="458257" y="3194502"/>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 name="Google Shape;98;p14"/>
          <p:cNvSpPr>
            <a:spLocks noGrp="1"/>
          </p:cNvSpPr>
          <p:nvPr>
            <p:ph type="pic" idx="2"/>
          </p:nvPr>
        </p:nvSpPr>
        <p:spPr>
          <a:xfrm>
            <a:off x="2380333" y="2060533"/>
            <a:ext cx="3848800" cy="3620400"/>
          </a:xfrm>
          <a:prstGeom prst="decagon">
            <a:avLst>
              <a:gd name="vf" fmla="val 105146"/>
            </a:avLst>
          </a:prstGeom>
          <a:noFill/>
          <a:ln>
            <a:noFill/>
          </a:ln>
        </p:spPr>
      </p:sp>
      <p:sp>
        <p:nvSpPr>
          <p:cNvPr id="99" name="Google Shape;99;p14"/>
          <p:cNvSpPr txBox="1">
            <a:spLocks noGrp="1"/>
          </p:cNvSpPr>
          <p:nvPr>
            <p:ph type="subTitle" idx="1"/>
          </p:nvPr>
        </p:nvSpPr>
        <p:spPr>
          <a:xfrm>
            <a:off x="7492633" y="2296167"/>
            <a:ext cx="37040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100" name="Google Shape;100;p14"/>
          <p:cNvSpPr txBox="1">
            <a:spLocks noGrp="1"/>
          </p:cNvSpPr>
          <p:nvPr>
            <p:ph type="subTitle" idx="3"/>
          </p:nvPr>
        </p:nvSpPr>
        <p:spPr>
          <a:xfrm>
            <a:off x="7492635" y="2704051"/>
            <a:ext cx="37040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101" name="Google Shape;101;p14"/>
          <p:cNvSpPr txBox="1">
            <a:spLocks noGrp="1"/>
          </p:cNvSpPr>
          <p:nvPr>
            <p:ph type="subTitle" idx="4"/>
          </p:nvPr>
        </p:nvSpPr>
        <p:spPr>
          <a:xfrm>
            <a:off x="7492633" y="4331928"/>
            <a:ext cx="37040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102" name="Google Shape;102;p14"/>
          <p:cNvSpPr txBox="1">
            <a:spLocks noGrp="1"/>
          </p:cNvSpPr>
          <p:nvPr>
            <p:ph type="subTitle" idx="5"/>
          </p:nvPr>
        </p:nvSpPr>
        <p:spPr>
          <a:xfrm>
            <a:off x="7492635" y="4739865"/>
            <a:ext cx="37040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103" name="Google Shape;103;p14"/>
          <p:cNvSpPr txBox="1">
            <a:spLocks noGrp="1"/>
          </p:cNvSpPr>
          <p:nvPr>
            <p:ph type="title"/>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sp>
        <p:nvSpPr>
          <p:cNvPr id="104" name="Google Shape;104;p14"/>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05" name="Google Shape;105;p14"/>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4001041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06"/>
        <p:cNvGrpSpPr/>
        <p:nvPr/>
      </p:nvGrpSpPr>
      <p:grpSpPr>
        <a:xfrm>
          <a:off x="0" y="0"/>
          <a:ext cx="0" cy="0"/>
          <a:chOff x="0" y="0"/>
          <a:chExt cx="0" cy="0"/>
        </a:xfrm>
      </p:grpSpPr>
      <p:sp>
        <p:nvSpPr>
          <p:cNvPr id="107" name="Google Shape;107;p15"/>
          <p:cNvSpPr txBox="1">
            <a:spLocks noGrp="1"/>
          </p:cNvSpPr>
          <p:nvPr>
            <p:ph type="subTitle" idx="1"/>
          </p:nvPr>
        </p:nvSpPr>
        <p:spPr>
          <a:xfrm>
            <a:off x="2356448" y="2962015"/>
            <a:ext cx="3945200" cy="2322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r>
              <a:rPr lang="en-US"/>
              <a:t>Click to edit Master subtitle style</a:t>
            </a:r>
            <a:endParaRPr/>
          </a:p>
        </p:txBody>
      </p:sp>
      <p:sp>
        <p:nvSpPr>
          <p:cNvPr id="108" name="Google Shape;108;p15"/>
          <p:cNvSpPr txBox="1">
            <a:spLocks noGrp="1"/>
          </p:cNvSpPr>
          <p:nvPr>
            <p:ph type="title"/>
          </p:nvPr>
        </p:nvSpPr>
        <p:spPr>
          <a:xfrm>
            <a:off x="1381381" y="2079681"/>
            <a:ext cx="3945200" cy="7936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Font typeface="Palanquin Dark"/>
              <a:buNone/>
              <a:defRPr>
                <a:latin typeface="Palanquin Dark"/>
                <a:ea typeface="Palanquin Dark"/>
                <a:cs typeface="Palanquin Dark"/>
                <a:sym typeface="Palanquin Dark"/>
              </a:defRPr>
            </a:lvl2pPr>
            <a:lvl3pPr lvl="2" rtl="0">
              <a:spcBef>
                <a:spcPts val="0"/>
              </a:spcBef>
              <a:spcAft>
                <a:spcPts val="0"/>
              </a:spcAft>
              <a:buSzPts val="3500"/>
              <a:buFont typeface="Palanquin Dark"/>
              <a:buNone/>
              <a:defRPr>
                <a:latin typeface="Palanquin Dark"/>
                <a:ea typeface="Palanquin Dark"/>
                <a:cs typeface="Palanquin Dark"/>
                <a:sym typeface="Palanquin Dark"/>
              </a:defRPr>
            </a:lvl3pPr>
            <a:lvl4pPr lvl="3" rtl="0">
              <a:spcBef>
                <a:spcPts val="0"/>
              </a:spcBef>
              <a:spcAft>
                <a:spcPts val="0"/>
              </a:spcAft>
              <a:buSzPts val="3500"/>
              <a:buFont typeface="Palanquin Dark"/>
              <a:buNone/>
              <a:defRPr>
                <a:latin typeface="Palanquin Dark"/>
                <a:ea typeface="Palanquin Dark"/>
                <a:cs typeface="Palanquin Dark"/>
                <a:sym typeface="Palanquin Dark"/>
              </a:defRPr>
            </a:lvl4pPr>
            <a:lvl5pPr lvl="4" rtl="0">
              <a:spcBef>
                <a:spcPts val="0"/>
              </a:spcBef>
              <a:spcAft>
                <a:spcPts val="0"/>
              </a:spcAft>
              <a:buSzPts val="3500"/>
              <a:buFont typeface="Palanquin Dark"/>
              <a:buNone/>
              <a:defRPr>
                <a:latin typeface="Palanquin Dark"/>
                <a:ea typeface="Palanquin Dark"/>
                <a:cs typeface="Palanquin Dark"/>
                <a:sym typeface="Palanquin Dark"/>
              </a:defRPr>
            </a:lvl5pPr>
            <a:lvl6pPr lvl="5" rtl="0">
              <a:spcBef>
                <a:spcPts val="0"/>
              </a:spcBef>
              <a:spcAft>
                <a:spcPts val="0"/>
              </a:spcAft>
              <a:buSzPts val="3500"/>
              <a:buFont typeface="Palanquin Dark"/>
              <a:buNone/>
              <a:defRPr>
                <a:latin typeface="Palanquin Dark"/>
                <a:ea typeface="Palanquin Dark"/>
                <a:cs typeface="Palanquin Dark"/>
                <a:sym typeface="Palanquin Dark"/>
              </a:defRPr>
            </a:lvl6pPr>
            <a:lvl7pPr lvl="6" rtl="0">
              <a:spcBef>
                <a:spcPts val="0"/>
              </a:spcBef>
              <a:spcAft>
                <a:spcPts val="0"/>
              </a:spcAft>
              <a:buSzPts val="3500"/>
              <a:buFont typeface="Palanquin Dark"/>
              <a:buNone/>
              <a:defRPr>
                <a:latin typeface="Palanquin Dark"/>
                <a:ea typeface="Palanquin Dark"/>
                <a:cs typeface="Palanquin Dark"/>
                <a:sym typeface="Palanquin Dark"/>
              </a:defRPr>
            </a:lvl7pPr>
            <a:lvl8pPr lvl="7" rtl="0">
              <a:spcBef>
                <a:spcPts val="0"/>
              </a:spcBef>
              <a:spcAft>
                <a:spcPts val="0"/>
              </a:spcAft>
              <a:buSzPts val="3500"/>
              <a:buFont typeface="Palanquin Dark"/>
              <a:buNone/>
              <a:defRPr>
                <a:latin typeface="Palanquin Dark"/>
                <a:ea typeface="Palanquin Dark"/>
                <a:cs typeface="Palanquin Dark"/>
                <a:sym typeface="Palanquin Dark"/>
              </a:defRPr>
            </a:lvl8pPr>
            <a:lvl9pPr lvl="8" rtl="0">
              <a:spcBef>
                <a:spcPts val="0"/>
              </a:spcBef>
              <a:spcAft>
                <a:spcPts val="0"/>
              </a:spcAft>
              <a:buSzPts val="3500"/>
              <a:buFont typeface="Palanquin Dark"/>
              <a:buNone/>
              <a:defRPr>
                <a:latin typeface="Palanquin Dark"/>
                <a:ea typeface="Palanquin Dark"/>
                <a:cs typeface="Palanquin Dark"/>
                <a:sym typeface="Palanquin Dark"/>
              </a:defRPr>
            </a:lvl9pPr>
          </a:lstStyle>
          <a:p>
            <a:r>
              <a:rPr lang="en-US"/>
              <a:t>Click to edit Master title style</a:t>
            </a:r>
            <a:endParaRPr/>
          </a:p>
        </p:txBody>
      </p:sp>
      <p:cxnSp>
        <p:nvCxnSpPr>
          <p:cNvPr id="109" name="Google Shape;109;p15"/>
          <p:cNvCxnSpPr/>
          <p:nvPr/>
        </p:nvCxnSpPr>
        <p:spPr>
          <a:xfrm>
            <a:off x="1568933" y="1866400"/>
            <a:ext cx="1136000" cy="0"/>
          </a:xfrm>
          <a:prstGeom prst="straightConnector1">
            <a:avLst/>
          </a:prstGeom>
          <a:noFill/>
          <a:ln w="38100" cap="flat" cmpd="sng">
            <a:solidFill>
              <a:schemeClr val="accent1"/>
            </a:solidFill>
            <a:prstDash val="solid"/>
            <a:round/>
            <a:headEnd type="none" w="med" len="med"/>
            <a:tailEnd type="none" w="med" len="med"/>
          </a:ln>
        </p:spPr>
      </p:cxnSp>
      <p:sp>
        <p:nvSpPr>
          <p:cNvPr id="110" name="Google Shape;110;p15"/>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1" name="Google Shape;111;p15"/>
          <p:cNvSpPr/>
          <p:nvPr/>
        </p:nvSpPr>
        <p:spPr>
          <a:xfrm>
            <a:off x="7349900" y="891932"/>
            <a:ext cx="1388400" cy="1388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2741814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12"/>
        <p:cNvGrpSpPr/>
        <p:nvPr/>
      </p:nvGrpSpPr>
      <p:grpSpPr>
        <a:xfrm>
          <a:off x="0" y="0"/>
          <a:ext cx="0" cy="0"/>
          <a:chOff x="0" y="0"/>
          <a:chExt cx="0" cy="0"/>
        </a:xfrm>
      </p:grpSpPr>
      <p:sp>
        <p:nvSpPr>
          <p:cNvPr id="113" name="Google Shape;113;p16"/>
          <p:cNvSpPr txBox="1">
            <a:spLocks noGrp="1"/>
          </p:cNvSpPr>
          <p:nvPr>
            <p:ph type="subTitle" idx="1"/>
          </p:nvPr>
        </p:nvSpPr>
        <p:spPr>
          <a:xfrm>
            <a:off x="7233233" y="2961999"/>
            <a:ext cx="3945200" cy="21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r>
              <a:rPr lang="en-US"/>
              <a:t>Click to edit Master subtitle style</a:t>
            </a:r>
            <a:endParaRPr/>
          </a:p>
        </p:txBody>
      </p:sp>
      <p:sp>
        <p:nvSpPr>
          <p:cNvPr id="114" name="Google Shape;114;p16"/>
          <p:cNvSpPr txBox="1">
            <a:spLocks noGrp="1"/>
          </p:cNvSpPr>
          <p:nvPr>
            <p:ph type="title"/>
          </p:nvPr>
        </p:nvSpPr>
        <p:spPr>
          <a:xfrm>
            <a:off x="6258181" y="2079681"/>
            <a:ext cx="3945200" cy="7936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Font typeface="Palanquin Dark"/>
              <a:buNone/>
              <a:defRPr>
                <a:latin typeface="Palanquin Dark"/>
                <a:ea typeface="Palanquin Dark"/>
                <a:cs typeface="Palanquin Dark"/>
                <a:sym typeface="Palanquin Dark"/>
              </a:defRPr>
            </a:lvl2pPr>
            <a:lvl3pPr lvl="2" rtl="0">
              <a:spcBef>
                <a:spcPts val="0"/>
              </a:spcBef>
              <a:spcAft>
                <a:spcPts val="0"/>
              </a:spcAft>
              <a:buSzPts val="3500"/>
              <a:buFont typeface="Palanquin Dark"/>
              <a:buNone/>
              <a:defRPr>
                <a:latin typeface="Palanquin Dark"/>
                <a:ea typeface="Palanquin Dark"/>
                <a:cs typeface="Palanquin Dark"/>
                <a:sym typeface="Palanquin Dark"/>
              </a:defRPr>
            </a:lvl3pPr>
            <a:lvl4pPr lvl="3" rtl="0">
              <a:spcBef>
                <a:spcPts val="0"/>
              </a:spcBef>
              <a:spcAft>
                <a:spcPts val="0"/>
              </a:spcAft>
              <a:buSzPts val="3500"/>
              <a:buFont typeface="Palanquin Dark"/>
              <a:buNone/>
              <a:defRPr>
                <a:latin typeface="Palanquin Dark"/>
                <a:ea typeface="Palanquin Dark"/>
                <a:cs typeface="Palanquin Dark"/>
                <a:sym typeface="Palanquin Dark"/>
              </a:defRPr>
            </a:lvl4pPr>
            <a:lvl5pPr lvl="4" rtl="0">
              <a:spcBef>
                <a:spcPts val="0"/>
              </a:spcBef>
              <a:spcAft>
                <a:spcPts val="0"/>
              </a:spcAft>
              <a:buSzPts val="3500"/>
              <a:buFont typeface="Palanquin Dark"/>
              <a:buNone/>
              <a:defRPr>
                <a:latin typeface="Palanquin Dark"/>
                <a:ea typeface="Palanquin Dark"/>
                <a:cs typeface="Palanquin Dark"/>
                <a:sym typeface="Palanquin Dark"/>
              </a:defRPr>
            </a:lvl5pPr>
            <a:lvl6pPr lvl="5" rtl="0">
              <a:spcBef>
                <a:spcPts val="0"/>
              </a:spcBef>
              <a:spcAft>
                <a:spcPts val="0"/>
              </a:spcAft>
              <a:buSzPts val="3500"/>
              <a:buFont typeface="Palanquin Dark"/>
              <a:buNone/>
              <a:defRPr>
                <a:latin typeface="Palanquin Dark"/>
                <a:ea typeface="Palanquin Dark"/>
                <a:cs typeface="Palanquin Dark"/>
                <a:sym typeface="Palanquin Dark"/>
              </a:defRPr>
            </a:lvl6pPr>
            <a:lvl7pPr lvl="6" rtl="0">
              <a:spcBef>
                <a:spcPts val="0"/>
              </a:spcBef>
              <a:spcAft>
                <a:spcPts val="0"/>
              </a:spcAft>
              <a:buSzPts val="3500"/>
              <a:buFont typeface="Palanquin Dark"/>
              <a:buNone/>
              <a:defRPr>
                <a:latin typeface="Palanquin Dark"/>
                <a:ea typeface="Palanquin Dark"/>
                <a:cs typeface="Palanquin Dark"/>
                <a:sym typeface="Palanquin Dark"/>
              </a:defRPr>
            </a:lvl7pPr>
            <a:lvl8pPr lvl="7" rtl="0">
              <a:spcBef>
                <a:spcPts val="0"/>
              </a:spcBef>
              <a:spcAft>
                <a:spcPts val="0"/>
              </a:spcAft>
              <a:buSzPts val="3500"/>
              <a:buFont typeface="Palanquin Dark"/>
              <a:buNone/>
              <a:defRPr>
                <a:latin typeface="Palanquin Dark"/>
                <a:ea typeface="Palanquin Dark"/>
                <a:cs typeface="Palanquin Dark"/>
                <a:sym typeface="Palanquin Dark"/>
              </a:defRPr>
            </a:lvl8pPr>
            <a:lvl9pPr lvl="8" rtl="0">
              <a:spcBef>
                <a:spcPts val="0"/>
              </a:spcBef>
              <a:spcAft>
                <a:spcPts val="0"/>
              </a:spcAft>
              <a:buSzPts val="3500"/>
              <a:buFont typeface="Palanquin Dark"/>
              <a:buNone/>
              <a:defRPr>
                <a:latin typeface="Palanquin Dark"/>
                <a:ea typeface="Palanquin Dark"/>
                <a:cs typeface="Palanquin Dark"/>
                <a:sym typeface="Palanquin Dark"/>
              </a:defRPr>
            </a:lvl9pPr>
          </a:lstStyle>
          <a:p>
            <a:r>
              <a:rPr lang="en-US"/>
              <a:t>Click to edit Master title style</a:t>
            </a:r>
            <a:endParaRPr/>
          </a:p>
        </p:txBody>
      </p:sp>
      <p:sp>
        <p:nvSpPr>
          <p:cNvPr id="115" name="Google Shape;115;p16"/>
          <p:cNvSpPr/>
          <p:nvPr/>
        </p:nvSpPr>
        <p:spPr>
          <a:xfrm rot="-448633">
            <a:off x="1481824" y="3479102"/>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 name="Google Shape;116;p16"/>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17" name="Google Shape;117;p16"/>
          <p:cNvCxnSpPr/>
          <p:nvPr/>
        </p:nvCxnSpPr>
        <p:spPr>
          <a:xfrm>
            <a:off x="6445733" y="1866400"/>
            <a:ext cx="1136000" cy="0"/>
          </a:xfrm>
          <a:prstGeom prst="straightConnector1">
            <a:avLst/>
          </a:prstGeom>
          <a:noFill/>
          <a:ln w="38100"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1064715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18"/>
        <p:cNvGrpSpPr/>
        <p:nvPr/>
      </p:nvGrpSpPr>
      <p:grpSpPr>
        <a:xfrm>
          <a:off x="0" y="0"/>
          <a:ext cx="0" cy="0"/>
          <a:chOff x="0" y="0"/>
          <a:chExt cx="0" cy="0"/>
        </a:xfrm>
      </p:grpSpPr>
      <p:sp>
        <p:nvSpPr>
          <p:cNvPr id="119" name="Google Shape;119;p17"/>
          <p:cNvSpPr txBox="1">
            <a:spLocks noGrp="1"/>
          </p:cNvSpPr>
          <p:nvPr>
            <p:ph type="subTitle" idx="1"/>
          </p:nvPr>
        </p:nvSpPr>
        <p:spPr>
          <a:xfrm>
            <a:off x="2356433" y="3023433"/>
            <a:ext cx="3945200" cy="161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r>
              <a:rPr lang="en-US"/>
              <a:t>Click to edit Master subtitle style</a:t>
            </a:r>
            <a:endParaRPr/>
          </a:p>
        </p:txBody>
      </p:sp>
      <p:sp>
        <p:nvSpPr>
          <p:cNvPr id="120" name="Google Shape;120;p17"/>
          <p:cNvSpPr txBox="1">
            <a:spLocks noGrp="1"/>
          </p:cNvSpPr>
          <p:nvPr>
            <p:ph type="title"/>
          </p:nvPr>
        </p:nvSpPr>
        <p:spPr>
          <a:xfrm>
            <a:off x="1381381" y="2079681"/>
            <a:ext cx="3945200" cy="7936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Font typeface="Palanquin Dark"/>
              <a:buNone/>
              <a:defRPr>
                <a:latin typeface="Palanquin Dark"/>
                <a:ea typeface="Palanquin Dark"/>
                <a:cs typeface="Palanquin Dark"/>
                <a:sym typeface="Palanquin Dark"/>
              </a:defRPr>
            </a:lvl2pPr>
            <a:lvl3pPr lvl="2" rtl="0">
              <a:spcBef>
                <a:spcPts val="0"/>
              </a:spcBef>
              <a:spcAft>
                <a:spcPts val="0"/>
              </a:spcAft>
              <a:buSzPts val="3500"/>
              <a:buFont typeface="Palanquin Dark"/>
              <a:buNone/>
              <a:defRPr>
                <a:latin typeface="Palanquin Dark"/>
                <a:ea typeface="Palanquin Dark"/>
                <a:cs typeface="Palanquin Dark"/>
                <a:sym typeface="Palanquin Dark"/>
              </a:defRPr>
            </a:lvl3pPr>
            <a:lvl4pPr lvl="3" rtl="0">
              <a:spcBef>
                <a:spcPts val="0"/>
              </a:spcBef>
              <a:spcAft>
                <a:spcPts val="0"/>
              </a:spcAft>
              <a:buSzPts val="3500"/>
              <a:buFont typeface="Palanquin Dark"/>
              <a:buNone/>
              <a:defRPr>
                <a:latin typeface="Palanquin Dark"/>
                <a:ea typeface="Palanquin Dark"/>
                <a:cs typeface="Palanquin Dark"/>
                <a:sym typeface="Palanquin Dark"/>
              </a:defRPr>
            </a:lvl4pPr>
            <a:lvl5pPr lvl="4" rtl="0">
              <a:spcBef>
                <a:spcPts val="0"/>
              </a:spcBef>
              <a:spcAft>
                <a:spcPts val="0"/>
              </a:spcAft>
              <a:buSzPts val="3500"/>
              <a:buFont typeface="Palanquin Dark"/>
              <a:buNone/>
              <a:defRPr>
                <a:latin typeface="Palanquin Dark"/>
                <a:ea typeface="Palanquin Dark"/>
                <a:cs typeface="Palanquin Dark"/>
                <a:sym typeface="Palanquin Dark"/>
              </a:defRPr>
            </a:lvl5pPr>
            <a:lvl6pPr lvl="5" rtl="0">
              <a:spcBef>
                <a:spcPts val="0"/>
              </a:spcBef>
              <a:spcAft>
                <a:spcPts val="0"/>
              </a:spcAft>
              <a:buSzPts val="3500"/>
              <a:buFont typeface="Palanquin Dark"/>
              <a:buNone/>
              <a:defRPr>
                <a:latin typeface="Palanquin Dark"/>
                <a:ea typeface="Palanquin Dark"/>
                <a:cs typeface="Palanquin Dark"/>
                <a:sym typeface="Palanquin Dark"/>
              </a:defRPr>
            </a:lvl6pPr>
            <a:lvl7pPr lvl="6" rtl="0">
              <a:spcBef>
                <a:spcPts val="0"/>
              </a:spcBef>
              <a:spcAft>
                <a:spcPts val="0"/>
              </a:spcAft>
              <a:buSzPts val="3500"/>
              <a:buFont typeface="Palanquin Dark"/>
              <a:buNone/>
              <a:defRPr>
                <a:latin typeface="Palanquin Dark"/>
                <a:ea typeface="Palanquin Dark"/>
                <a:cs typeface="Palanquin Dark"/>
                <a:sym typeface="Palanquin Dark"/>
              </a:defRPr>
            </a:lvl7pPr>
            <a:lvl8pPr lvl="7" rtl="0">
              <a:spcBef>
                <a:spcPts val="0"/>
              </a:spcBef>
              <a:spcAft>
                <a:spcPts val="0"/>
              </a:spcAft>
              <a:buSzPts val="3500"/>
              <a:buFont typeface="Palanquin Dark"/>
              <a:buNone/>
              <a:defRPr>
                <a:latin typeface="Palanquin Dark"/>
                <a:ea typeface="Palanquin Dark"/>
                <a:cs typeface="Palanquin Dark"/>
                <a:sym typeface="Palanquin Dark"/>
              </a:defRPr>
            </a:lvl8pPr>
            <a:lvl9pPr lvl="8" rtl="0">
              <a:spcBef>
                <a:spcPts val="0"/>
              </a:spcBef>
              <a:spcAft>
                <a:spcPts val="0"/>
              </a:spcAft>
              <a:buSzPts val="3500"/>
              <a:buFont typeface="Palanquin Dark"/>
              <a:buNone/>
              <a:defRPr>
                <a:latin typeface="Palanquin Dark"/>
                <a:ea typeface="Palanquin Dark"/>
                <a:cs typeface="Palanquin Dark"/>
                <a:sym typeface="Palanquin Dark"/>
              </a:defRPr>
            </a:lvl9pPr>
          </a:lstStyle>
          <a:p>
            <a:r>
              <a:rPr lang="en-US"/>
              <a:t>Click to edit Master title style</a:t>
            </a:r>
            <a:endParaRPr/>
          </a:p>
        </p:txBody>
      </p:sp>
      <p:cxnSp>
        <p:nvCxnSpPr>
          <p:cNvPr id="121" name="Google Shape;121;p17"/>
          <p:cNvCxnSpPr/>
          <p:nvPr/>
        </p:nvCxnSpPr>
        <p:spPr>
          <a:xfrm>
            <a:off x="1568933" y="1866400"/>
            <a:ext cx="1136000" cy="0"/>
          </a:xfrm>
          <a:prstGeom prst="straightConnector1">
            <a:avLst/>
          </a:prstGeom>
          <a:noFill/>
          <a:ln w="38100" cap="flat" cmpd="sng">
            <a:solidFill>
              <a:schemeClr val="accent1"/>
            </a:solidFill>
            <a:prstDash val="solid"/>
            <a:round/>
            <a:headEnd type="none" w="med" len="med"/>
            <a:tailEnd type="none" w="med" len="med"/>
          </a:ln>
        </p:spPr>
      </p:cxnSp>
      <p:sp>
        <p:nvSpPr>
          <p:cNvPr id="122" name="Google Shape;122;p17"/>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 name="Google Shape;123;p17"/>
          <p:cNvSpPr/>
          <p:nvPr/>
        </p:nvSpPr>
        <p:spPr>
          <a:xfrm rot="-448633">
            <a:off x="7885491" y="2538235"/>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pic>
        <p:nvPicPr>
          <p:cNvPr id="124" name="Google Shape;124;p17"/>
          <p:cNvPicPr preferRelativeResize="0"/>
          <p:nvPr/>
        </p:nvPicPr>
        <p:blipFill>
          <a:blip r:embed="rId2">
            <a:alphaModFix/>
          </a:blip>
          <a:stretch>
            <a:fillRect/>
          </a:stretch>
        </p:blipFill>
        <p:spPr>
          <a:xfrm>
            <a:off x="7135803" y="2079669"/>
            <a:ext cx="3156999" cy="1774267"/>
          </a:xfrm>
          <a:prstGeom prst="rect">
            <a:avLst/>
          </a:prstGeom>
          <a:noFill/>
          <a:ln w="19050" cap="flat" cmpd="sng">
            <a:solidFill>
              <a:schemeClr val="dk1"/>
            </a:solidFill>
            <a:prstDash val="solid"/>
            <a:round/>
            <a:headEnd type="none" w="sm" len="sm"/>
            <a:tailEnd type="none" w="sm" len="sm"/>
          </a:ln>
        </p:spPr>
      </p:pic>
      <p:sp>
        <p:nvSpPr>
          <p:cNvPr id="125" name="Google Shape;125;p17"/>
          <p:cNvSpPr>
            <a:spLocks noGrp="1"/>
          </p:cNvSpPr>
          <p:nvPr>
            <p:ph type="pic" idx="2"/>
          </p:nvPr>
        </p:nvSpPr>
        <p:spPr>
          <a:xfrm>
            <a:off x="7135700" y="2067400"/>
            <a:ext cx="3157200" cy="1799200"/>
          </a:xfrm>
          <a:prstGeom prst="rect">
            <a:avLst/>
          </a:prstGeom>
          <a:noFill/>
          <a:ln w="19050" cap="flat" cmpd="sng">
            <a:solidFill>
              <a:schemeClr val="dk1"/>
            </a:solidFill>
            <a:prstDash val="solid"/>
            <a:round/>
            <a:headEnd type="none" w="sm" len="sm"/>
            <a:tailEnd type="none" w="sm" len="sm"/>
          </a:ln>
        </p:spPr>
      </p:sp>
    </p:spTree>
    <p:extLst>
      <p:ext uri="{BB962C8B-B14F-4D97-AF65-F5344CB8AC3E}">
        <p14:creationId xmlns:p14="http://schemas.microsoft.com/office/powerpoint/2010/main" val="2795695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26"/>
        <p:cNvGrpSpPr/>
        <p:nvPr/>
      </p:nvGrpSpPr>
      <p:grpSpPr>
        <a:xfrm>
          <a:off x="0" y="0"/>
          <a:ext cx="0" cy="0"/>
          <a:chOff x="0" y="0"/>
          <a:chExt cx="0" cy="0"/>
        </a:xfrm>
      </p:grpSpPr>
      <p:sp>
        <p:nvSpPr>
          <p:cNvPr id="127" name="Google Shape;127;p18"/>
          <p:cNvSpPr txBox="1">
            <a:spLocks noGrp="1"/>
          </p:cNvSpPr>
          <p:nvPr>
            <p:ph type="title"/>
          </p:nvPr>
        </p:nvSpPr>
        <p:spPr>
          <a:xfrm>
            <a:off x="1474964" y="4781613"/>
            <a:ext cx="6397600" cy="536400"/>
          </a:xfrm>
          <a:prstGeom prst="rect">
            <a:avLst/>
          </a:prstGeom>
        </p:spPr>
        <p:txBody>
          <a:bodyPr spcFirstLastPara="1" wrap="square" lIns="91425" tIns="91425" rIns="91425" bIns="91425" anchor="b" anchorCtr="0">
            <a:noAutofit/>
          </a:bodyPr>
          <a:lstStyle>
            <a:lvl1pPr lvl="0" rtl="0">
              <a:spcBef>
                <a:spcPts val="0"/>
              </a:spcBef>
              <a:spcAft>
                <a:spcPts val="0"/>
              </a:spcAft>
              <a:buNone/>
              <a:defRPr sz="2500" b="1"/>
            </a:lvl1pPr>
            <a:lvl2pPr lvl="1" rtl="0">
              <a:spcBef>
                <a:spcPts val="0"/>
              </a:spcBef>
              <a:spcAft>
                <a:spcPts val="0"/>
              </a:spcAft>
              <a:buNone/>
              <a:defRPr sz="2400" b="1"/>
            </a:lvl2pPr>
            <a:lvl3pPr lvl="2" rtl="0">
              <a:spcBef>
                <a:spcPts val="0"/>
              </a:spcBef>
              <a:spcAft>
                <a:spcPts val="0"/>
              </a:spcAft>
              <a:buNone/>
              <a:defRPr sz="2400" b="1"/>
            </a:lvl3pPr>
            <a:lvl4pPr lvl="3" rtl="0">
              <a:spcBef>
                <a:spcPts val="0"/>
              </a:spcBef>
              <a:spcAft>
                <a:spcPts val="0"/>
              </a:spcAft>
              <a:buNone/>
              <a:defRPr sz="2400" b="1"/>
            </a:lvl4pPr>
            <a:lvl5pPr lvl="4" rtl="0">
              <a:spcBef>
                <a:spcPts val="0"/>
              </a:spcBef>
              <a:spcAft>
                <a:spcPts val="0"/>
              </a:spcAft>
              <a:buNone/>
              <a:defRPr sz="2400" b="1"/>
            </a:lvl5pPr>
            <a:lvl6pPr lvl="5" rtl="0">
              <a:spcBef>
                <a:spcPts val="0"/>
              </a:spcBef>
              <a:spcAft>
                <a:spcPts val="0"/>
              </a:spcAft>
              <a:buNone/>
              <a:defRPr sz="2400" b="1"/>
            </a:lvl6pPr>
            <a:lvl7pPr lvl="6" rtl="0">
              <a:spcBef>
                <a:spcPts val="0"/>
              </a:spcBef>
              <a:spcAft>
                <a:spcPts val="0"/>
              </a:spcAft>
              <a:buNone/>
              <a:defRPr sz="2400" b="1"/>
            </a:lvl7pPr>
            <a:lvl8pPr lvl="7" rtl="0">
              <a:spcBef>
                <a:spcPts val="0"/>
              </a:spcBef>
              <a:spcAft>
                <a:spcPts val="0"/>
              </a:spcAft>
              <a:buNone/>
              <a:defRPr sz="2400" b="1"/>
            </a:lvl8pPr>
            <a:lvl9pPr lvl="8" rtl="0">
              <a:spcBef>
                <a:spcPts val="0"/>
              </a:spcBef>
              <a:spcAft>
                <a:spcPts val="0"/>
              </a:spcAft>
              <a:buNone/>
              <a:defRPr sz="2400" b="1"/>
            </a:lvl9pPr>
          </a:lstStyle>
          <a:p>
            <a:r>
              <a:rPr lang="en-US"/>
              <a:t>Click to edit Master title style</a:t>
            </a:r>
            <a:endParaRPr/>
          </a:p>
        </p:txBody>
      </p:sp>
      <p:sp>
        <p:nvSpPr>
          <p:cNvPr id="128" name="Google Shape;128;p18"/>
          <p:cNvSpPr txBox="1">
            <a:spLocks noGrp="1"/>
          </p:cNvSpPr>
          <p:nvPr>
            <p:ph type="subTitle" idx="1"/>
          </p:nvPr>
        </p:nvSpPr>
        <p:spPr>
          <a:xfrm>
            <a:off x="1474964" y="2053951"/>
            <a:ext cx="6397600" cy="2582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400"/>
            </a:lvl1pPr>
            <a:lvl2pPr lvl="1" rtl="0">
              <a:spcBef>
                <a:spcPts val="0"/>
              </a:spcBef>
              <a:spcAft>
                <a:spcPts val="0"/>
              </a:spcAft>
              <a:buNone/>
              <a:defRPr sz="2400"/>
            </a:lvl2pPr>
            <a:lvl3pPr lvl="2" rtl="0">
              <a:spcBef>
                <a:spcPts val="0"/>
              </a:spcBef>
              <a:spcAft>
                <a:spcPts val="0"/>
              </a:spcAft>
              <a:buNone/>
              <a:defRPr sz="2400"/>
            </a:lvl3pPr>
            <a:lvl4pPr lvl="3" rtl="0">
              <a:spcBef>
                <a:spcPts val="0"/>
              </a:spcBef>
              <a:spcAft>
                <a:spcPts val="0"/>
              </a:spcAft>
              <a:buNone/>
              <a:defRPr sz="2400"/>
            </a:lvl4pPr>
            <a:lvl5pPr lvl="4" rtl="0">
              <a:spcBef>
                <a:spcPts val="0"/>
              </a:spcBef>
              <a:spcAft>
                <a:spcPts val="0"/>
              </a:spcAft>
              <a:buNone/>
              <a:defRPr sz="2400"/>
            </a:lvl5pPr>
            <a:lvl6pPr lvl="5" rtl="0">
              <a:spcBef>
                <a:spcPts val="0"/>
              </a:spcBef>
              <a:spcAft>
                <a:spcPts val="0"/>
              </a:spcAft>
              <a:buNone/>
              <a:defRPr sz="2400"/>
            </a:lvl6pPr>
            <a:lvl7pPr lvl="6" rtl="0">
              <a:spcBef>
                <a:spcPts val="0"/>
              </a:spcBef>
              <a:spcAft>
                <a:spcPts val="0"/>
              </a:spcAft>
              <a:buNone/>
              <a:defRPr sz="2400"/>
            </a:lvl7pPr>
            <a:lvl8pPr lvl="7" rtl="0">
              <a:spcBef>
                <a:spcPts val="0"/>
              </a:spcBef>
              <a:spcAft>
                <a:spcPts val="0"/>
              </a:spcAft>
              <a:buNone/>
              <a:defRPr sz="2400"/>
            </a:lvl8pPr>
            <a:lvl9pPr lvl="8" rtl="0">
              <a:spcBef>
                <a:spcPts val="0"/>
              </a:spcBef>
              <a:spcAft>
                <a:spcPts val="0"/>
              </a:spcAft>
              <a:buNone/>
              <a:defRPr sz="2400"/>
            </a:lvl9pPr>
          </a:lstStyle>
          <a:p>
            <a:r>
              <a:rPr lang="en-US"/>
              <a:t>Click to edit Master subtitle style</a:t>
            </a:r>
            <a:endParaRPr/>
          </a:p>
        </p:txBody>
      </p:sp>
      <p:sp>
        <p:nvSpPr>
          <p:cNvPr id="129" name="Google Shape;129;p18"/>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30" name="Google Shape;130;p18"/>
          <p:cNvCxnSpPr/>
          <p:nvPr/>
        </p:nvCxnSpPr>
        <p:spPr>
          <a:xfrm>
            <a:off x="1568933" y="1539984"/>
            <a:ext cx="1136000" cy="0"/>
          </a:xfrm>
          <a:prstGeom prst="straightConnector1">
            <a:avLst/>
          </a:prstGeom>
          <a:noFill/>
          <a:ln w="38100"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9435081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31"/>
        <p:cNvGrpSpPr/>
        <p:nvPr/>
      </p:nvGrpSpPr>
      <p:grpSpPr>
        <a:xfrm>
          <a:off x="0" y="0"/>
          <a:ext cx="0" cy="0"/>
          <a:chOff x="0" y="0"/>
          <a:chExt cx="0" cy="0"/>
        </a:xfrm>
      </p:grpSpPr>
      <p:sp>
        <p:nvSpPr>
          <p:cNvPr id="132" name="Google Shape;132;p19"/>
          <p:cNvSpPr txBox="1">
            <a:spLocks noGrp="1"/>
          </p:cNvSpPr>
          <p:nvPr>
            <p:ph type="title"/>
          </p:nvPr>
        </p:nvSpPr>
        <p:spPr>
          <a:xfrm>
            <a:off x="2309633"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33" name="Google Shape;133;p19"/>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34" name="Google Shape;134;p19"/>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cxnSp>
        <p:nvCxnSpPr>
          <p:cNvPr id="135" name="Google Shape;135;p19"/>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
        <p:nvSpPr>
          <p:cNvPr id="136" name="Google Shape;136;p19"/>
          <p:cNvSpPr/>
          <p:nvPr/>
        </p:nvSpPr>
        <p:spPr>
          <a:xfrm rot="-448633">
            <a:off x="8347591" y="328502"/>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11739405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37"/>
        <p:cNvGrpSpPr/>
        <p:nvPr/>
      </p:nvGrpSpPr>
      <p:grpSpPr>
        <a:xfrm>
          <a:off x="0" y="0"/>
          <a:ext cx="0" cy="0"/>
          <a:chOff x="0" y="0"/>
          <a:chExt cx="0" cy="0"/>
        </a:xfrm>
      </p:grpSpPr>
      <p:sp>
        <p:nvSpPr>
          <p:cNvPr id="138" name="Google Shape;138;p20"/>
          <p:cNvSpPr txBox="1">
            <a:spLocks noGrp="1"/>
          </p:cNvSpPr>
          <p:nvPr>
            <p:ph type="title"/>
          </p:nvPr>
        </p:nvSpPr>
        <p:spPr>
          <a:xfrm>
            <a:off x="2309633"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39" name="Google Shape;139;p20"/>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40" name="Google Shape;140;p20"/>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27211454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41"/>
        <p:cNvGrpSpPr/>
        <p:nvPr/>
      </p:nvGrpSpPr>
      <p:grpSpPr>
        <a:xfrm>
          <a:off x="0" y="0"/>
          <a:ext cx="0" cy="0"/>
          <a:chOff x="0" y="0"/>
          <a:chExt cx="0" cy="0"/>
        </a:xfrm>
      </p:grpSpPr>
      <p:sp>
        <p:nvSpPr>
          <p:cNvPr id="142" name="Google Shape;142;p21"/>
          <p:cNvSpPr txBox="1">
            <a:spLocks noGrp="1"/>
          </p:cNvSpPr>
          <p:nvPr>
            <p:ph type="title"/>
          </p:nvPr>
        </p:nvSpPr>
        <p:spPr>
          <a:xfrm>
            <a:off x="2309633"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3" name="Google Shape;143;p21"/>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44" name="Google Shape;144;p21"/>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cxnSp>
        <p:nvCxnSpPr>
          <p:cNvPr id="145" name="Google Shape;145;p21"/>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19426320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46"/>
        <p:cNvGrpSpPr/>
        <p:nvPr/>
      </p:nvGrpSpPr>
      <p:grpSpPr>
        <a:xfrm>
          <a:off x="0" y="0"/>
          <a:ext cx="0" cy="0"/>
          <a:chOff x="0" y="0"/>
          <a:chExt cx="0" cy="0"/>
        </a:xfrm>
      </p:grpSpPr>
      <p:sp>
        <p:nvSpPr>
          <p:cNvPr id="147" name="Google Shape;147;p22"/>
          <p:cNvSpPr txBox="1">
            <a:spLocks noGrp="1"/>
          </p:cNvSpPr>
          <p:nvPr>
            <p:ph type="title"/>
          </p:nvPr>
        </p:nvSpPr>
        <p:spPr>
          <a:xfrm>
            <a:off x="2309633"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8" name="Google Shape;148;p22"/>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9" name="Google Shape;149;p22"/>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50" name="Google Shape;150;p22"/>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cxnSp>
        <p:nvCxnSpPr>
          <p:cNvPr id="151" name="Google Shape;151;p22"/>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276525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152"/>
        <p:cNvGrpSpPr/>
        <p:nvPr/>
      </p:nvGrpSpPr>
      <p:grpSpPr>
        <a:xfrm>
          <a:off x="0" y="0"/>
          <a:ext cx="0" cy="0"/>
          <a:chOff x="0" y="0"/>
          <a:chExt cx="0" cy="0"/>
        </a:xfrm>
      </p:grpSpPr>
      <p:sp>
        <p:nvSpPr>
          <p:cNvPr id="153" name="Google Shape;153;p23"/>
          <p:cNvSpPr txBox="1">
            <a:spLocks noGrp="1"/>
          </p:cNvSpPr>
          <p:nvPr>
            <p:ph type="title"/>
          </p:nvPr>
        </p:nvSpPr>
        <p:spPr>
          <a:xfrm>
            <a:off x="2309633"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54" name="Google Shape;154;p23"/>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5" name="Google Shape;155;p23"/>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56" name="Google Shape;156;p23"/>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cxnSp>
        <p:nvCxnSpPr>
          <p:cNvPr id="157" name="Google Shape;157;p23"/>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1537077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158"/>
        <p:cNvGrpSpPr/>
        <p:nvPr/>
      </p:nvGrpSpPr>
      <p:grpSpPr>
        <a:xfrm>
          <a:off x="0" y="0"/>
          <a:ext cx="0" cy="0"/>
          <a:chOff x="0" y="0"/>
          <a:chExt cx="0" cy="0"/>
        </a:xfrm>
      </p:grpSpPr>
      <p:sp>
        <p:nvSpPr>
          <p:cNvPr id="159" name="Google Shape;159;p24"/>
          <p:cNvSpPr txBox="1">
            <a:spLocks noGrp="1"/>
          </p:cNvSpPr>
          <p:nvPr>
            <p:ph type="title"/>
          </p:nvPr>
        </p:nvSpPr>
        <p:spPr>
          <a:xfrm>
            <a:off x="2309633"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60" name="Google Shape;160;p24"/>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1" name="Google Shape;161;p24"/>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62" name="Google Shape;162;p24"/>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
        <p:nvSpPr>
          <p:cNvPr id="163" name="Google Shape;163;p24"/>
          <p:cNvSpPr/>
          <p:nvPr/>
        </p:nvSpPr>
        <p:spPr>
          <a:xfrm rot="-448633">
            <a:off x="2878757" y="4129768"/>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64" name="Google Shape;164;p24"/>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4406186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165"/>
        <p:cNvGrpSpPr/>
        <p:nvPr/>
      </p:nvGrpSpPr>
      <p:grpSpPr>
        <a:xfrm>
          <a:off x="0" y="0"/>
          <a:ext cx="0" cy="0"/>
          <a:chOff x="0" y="0"/>
          <a:chExt cx="0" cy="0"/>
        </a:xfrm>
      </p:grpSpPr>
      <p:sp>
        <p:nvSpPr>
          <p:cNvPr id="166" name="Google Shape;166;p25"/>
          <p:cNvSpPr txBox="1">
            <a:spLocks noGrp="1"/>
          </p:cNvSpPr>
          <p:nvPr>
            <p:ph type="title"/>
          </p:nvPr>
        </p:nvSpPr>
        <p:spPr>
          <a:xfrm>
            <a:off x="2309633"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67" name="Google Shape;167;p25"/>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8" name="Google Shape;168;p25"/>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69" name="Google Shape;169;p25"/>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cxnSp>
        <p:nvCxnSpPr>
          <p:cNvPr id="170" name="Google Shape;170;p25"/>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
        <p:nvSpPr>
          <p:cNvPr id="171" name="Google Shape;171;p25"/>
          <p:cNvSpPr/>
          <p:nvPr/>
        </p:nvSpPr>
        <p:spPr>
          <a:xfrm rot="-448633">
            <a:off x="9861124" y="3537368"/>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29014261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172"/>
        <p:cNvGrpSpPr/>
        <p:nvPr/>
      </p:nvGrpSpPr>
      <p:grpSpPr>
        <a:xfrm>
          <a:off x="0" y="0"/>
          <a:ext cx="0" cy="0"/>
          <a:chOff x="0" y="0"/>
          <a:chExt cx="0" cy="0"/>
        </a:xfrm>
      </p:grpSpPr>
      <p:sp>
        <p:nvSpPr>
          <p:cNvPr id="173" name="Google Shape;173;p26"/>
          <p:cNvSpPr txBox="1">
            <a:spLocks noGrp="1"/>
          </p:cNvSpPr>
          <p:nvPr>
            <p:ph type="title"/>
          </p:nvPr>
        </p:nvSpPr>
        <p:spPr>
          <a:xfrm>
            <a:off x="2309633"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74" name="Google Shape;174;p26"/>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75" name="Google Shape;175;p26"/>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cxnSp>
        <p:nvCxnSpPr>
          <p:cNvPr id="176" name="Google Shape;176;p26"/>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20442326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77"/>
        <p:cNvGrpSpPr/>
        <p:nvPr/>
      </p:nvGrpSpPr>
      <p:grpSpPr>
        <a:xfrm>
          <a:off x="0" y="0"/>
          <a:ext cx="0" cy="0"/>
          <a:chOff x="0" y="0"/>
          <a:chExt cx="0" cy="0"/>
        </a:xfrm>
      </p:grpSpPr>
      <p:sp>
        <p:nvSpPr>
          <p:cNvPr id="178" name="Google Shape;178;p27"/>
          <p:cNvSpPr txBox="1">
            <a:spLocks noGrp="1"/>
          </p:cNvSpPr>
          <p:nvPr>
            <p:ph type="body" idx="1"/>
          </p:nvPr>
        </p:nvSpPr>
        <p:spPr>
          <a:xfrm>
            <a:off x="960033" y="1876000"/>
            <a:ext cx="6696400" cy="4268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1"/>
              </a:buClr>
              <a:buSzPts val="1400"/>
              <a:buChar char="●"/>
              <a:defRPr sz="140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pPr lvl="0"/>
            <a:r>
              <a:rPr lang="en-US"/>
              <a:t>Edit Master text styles</a:t>
            </a:r>
          </a:p>
        </p:txBody>
      </p:sp>
      <p:sp>
        <p:nvSpPr>
          <p:cNvPr id="179" name="Google Shape;179;p27"/>
          <p:cNvSpPr/>
          <p:nvPr/>
        </p:nvSpPr>
        <p:spPr>
          <a:xfrm>
            <a:off x="11027020" y="860085"/>
            <a:ext cx="403633" cy="402533"/>
          </a:xfrm>
          <a:custGeom>
            <a:avLst/>
            <a:gdLst/>
            <a:ahLst/>
            <a:cxnLst/>
            <a:rect l="l" t="t" r="r" b="b"/>
            <a:pathLst>
              <a:path w="12109" h="12076" extrusionOk="0">
                <a:moveTo>
                  <a:pt x="6071" y="1"/>
                </a:moveTo>
                <a:lnTo>
                  <a:pt x="5504" y="2336"/>
                </a:lnTo>
                <a:cubicBezTo>
                  <a:pt x="5137" y="3903"/>
                  <a:pt x="3903" y="5138"/>
                  <a:pt x="2335" y="5505"/>
                </a:cubicBezTo>
                <a:lnTo>
                  <a:pt x="0" y="6038"/>
                </a:lnTo>
                <a:lnTo>
                  <a:pt x="2335" y="6605"/>
                </a:lnTo>
                <a:cubicBezTo>
                  <a:pt x="3903" y="6972"/>
                  <a:pt x="5137" y="8207"/>
                  <a:pt x="5504" y="9774"/>
                </a:cubicBezTo>
                <a:lnTo>
                  <a:pt x="6038" y="12076"/>
                </a:lnTo>
                <a:lnTo>
                  <a:pt x="6605" y="9774"/>
                </a:lnTo>
                <a:cubicBezTo>
                  <a:pt x="6972" y="8207"/>
                  <a:pt x="8206" y="6972"/>
                  <a:pt x="9774" y="6605"/>
                </a:cubicBezTo>
                <a:lnTo>
                  <a:pt x="12109" y="6038"/>
                </a:lnTo>
                <a:lnTo>
                  <a:pt x="9774" y="5505"/>
                </a:lnTo>
                <a:cubicBezTo>
                  <a:pt x="8206" y="5104"/>
                  <a:pt x="6972" y="3903"/>
                  <a:pt x="6605" y="2336"/>
                </a:cubicBezTo>
                <a:lnTo>
                  <a:pt x="6071"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0" name="Google Shape;180;p27"/>
          <p:cNvSpPr txBox="1">
            <a:spLocks noGrp="1"/>
          </p:cNvSpPr>
          <p:nvPr>
            <p:ph type="title"/>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sp>
        <p:nvSpPr>
          <p:cNvPr id="181" name="Google Shape;181;p27"/>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82" name="Google Shape;182;p27"/>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17715479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83"/>
        <p:cNvGrpSpPr/>
        <p:nvPr/>
      </p:nvGrpSpPr>
      <p:grpSpPr>
        <a:xfrm>
          <a:off x="0" y="0"/>
          <a:ext cx="0" cy="0"/>
          <a:chOff x="0" y="0"/>
          <a:chExt cx="0" cy="0"/>
        </a:xfrm>
      </p:grpSpPr>
      <p:sp>
        <p:nvSpPr>
          <p:cNvPr id="184" name="Google Shape;184;p28"/>
          <p:cNvSpPr txBox="1">
            <a:spLocks noGrp="1"/>
          </p:cNvSpPr>
          <p:nvPr>
            <p:ph type="body" idx="1"/>
          </p:nvPr>
        </p:nvSpPr>
        <p:spPr>
          <a:xfrm>
            <a:off x="6331167" y="1862933"/>
            <a:ext cx="4900800" cy="4281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1"/>
              </a:buClr>
              <a:buSzPts val="1400"/>
              <a:buChar char="●"/>
              <a:defRPr sz="1400"/>
            </a:lvl1pPr>
            <a:lvl2pPr marL="914400" lvl="1" indent="-330200" rtl="0">
              <a:lnSpc>
                <a:spcPct val="100000"/>
              </a:lnSpc>
              <a:spcBef>
                <a:spcPts val="0"/>
              </a:spcBef>
              <a:spcAft>
                <a:spcPts val="0"/>
              </a:spcAft>
              <a:buSzPts val="1600"/>
              <a:buChar char="○"/>
              <a:defRPr sz="1600"/>
            </a:lvl2pPr>
            <a:lvl3pPr marL="1371600" lvl="2" indent="-330200" rtl="0">
              <a:lnSpc>
                <a:spcPct val="100000"/>
              </a:lnSpc>
              <a:spcBef>
                <a:spcPts val="0"/>
              </a:spcBef>
              <a:spcAft>
                <a:spcPts val="0"/>
              </a:spcAft>
              <a:buSzPts val="1600"/>
              <a:buChar char="■"/>
              <a:defRPr sz="1600"/>
            </a:lvl3pPr>
            <a:lvl4pPr marL="1828800" lvl="3" indent="-330200" rtl="0">
              <a:lnSpc>
                <a:spcPct val="100000"/>
              </a:lnSpc>
              <a:spcBef>
                <a:spcPts val="0"/>
              </a:spcBef>
              <a:spcAft>
                <a:spcPts val="0"/>
              </a:spcAft>
              <a:buSzPts val="1600"/>
              <a:buChar char="●"/>
              <a:defRPr sz="1600"/>
            </a:lvl4pPr>
            <a:lvl5pPr marL="2286000" lvl="4" indent="-330200" rtl="0">
              <a:lnSpc>
                <a:spcPct val="100000"/>
              </a:lnSpc>
              <a:spcBef>
                <a:spcPts val="0"/>
              </a:spcBef>
              <a:spcAft>
                <a:spcPts val="0"/>
              </a:spcAft>
              <a:buSzPts val="1600"/>
              <a:buChar char="○"/>
              <a:defRPr sz="1600"/>
            </a:lvl5pPr>
            <a:lvl6pPr marL="2743200" lvl="5" indent="-330200" rtl="0">
              <a:lnSpc>
                <a:spcPct val="100000"/>
              </a:lnSpc>
              <a:spcBef>
                <a:spcPts val="0"/>
              </a:spcBef>
              <a:spcAft>
                <a:spcPts val="0"/>
              </a:spcAft>
              <a:buSzPts val="1600"/>
              <a:buChar char="■"/>
              <a:defRPr sz="1600"/>
            </a:lvl6pPr>
            <a:lvl7pPr marL="3200400" lvl="6" indent="-330200" rtl="0">
              <a:lnSpc>
                <a:spcPct val="100000"/>
              </a:lnSpc>
              <a:spcBef>
                <a:spcPts val="0"/>
              </a:spcBef>
              <a:spcAft>
                <a:spcPts val="0"/>
              </a:spcAft>
              <a:buSzPts val="1600"/>
              <a:buChar char="●"/>
              <a:defRPr sz="1600"/>
            </a:lvl7pPr>
            <a:lvl8pPr marL="3657600" lvl="7" indent="-330200" rtl="0">
              <a:lnSpc>
                <a:spcPct val="100000"/>
              </a:lnSpc>
              <a:spcBef>
                <a:spcPts val="0"/>
              </a:spcBef>
              <a:spcAft>
                <a:spcPts val="0"/>
              </a:spcAft>
              <a:buSzPts val="1600"/>
              <a:buChar char="○"/>
              <a:defRPr sz="1600"/>
            </a:lvl8pPr>
            <a:lvl9pPr marL="4114800" lvl="8" indent="-330200" rtl="0">
              <a:lnSpc>
                <a:spcPct val="100000"/>
              </a:lnSpc>
              <a:spcBef>
                <a:spcPts val="0"/>
              </a:spcBef>
              <a:spcAft>
                <a:spcPts val="0"/>
              </a:spcAft>
              <a:buSzPts val="1600"/>
              <a:buChar char="■"/>
              <a:defRPr sz="1600"/>
            </a:lvl9pPr>
          </a:lstStyle>
          <a:p>
            <a:pPr lvl="0"/>
            <a:r>
              <a:rPr lang="en-US"/>
              <a:t>Edit Master text styles</a:t>
            </a:r>
          </a:p>
        </p:txBody>
      </p:sp>
      <p:sp>
        <p:nvSpPr>
          <p:cNvPr id="185" name="Google Shape;185;p28"/>
          <p:cNvSpPr txBox="1">
            <a:spLocks noGrp="1"/>
          </p:cNvSpPr>
          <p:nvPr>
            <p:ph type="body" idx="2"/>
          </p:nvPr>
        </p:nvSpPr>
        <p:spPr>
          <a:xfrm>
            <a:off x="960033" y="1862935"/>
            <a:ext cx="4900800" cy="4281600"/>
          </a:xfrm>
          <a:prstGeom prst="rect">
            <a:avLst/>
          </a:prstGeom>
        </p:spPr>
        <p:txBody>
          <a:bodyPr spcFirstLastPara="1" wrap="square" lIns="91425" tIns="91425" rIns="91425" bIns="91425" anchor="t" anchorCtr="0">
            <a:noAutofit/>
          </a:bodyPr>
          <a:lstStyle>
            <a:lvl1pPr marL="457200" lvl="0" indent="-323850" rtl="0">
              <a:lnSpc>
                <a:spcPct val="100000"/>
              </a:lnSpc>
              <a:spcBef>
                <a:spcPts val="0"/>
              </a:spcBef>
              <a:spcAft>
                <a:spcPts val="0"/>
              </a:spcAft>
              <a:buClr>
                <a:schemeClr val="accent1"/>
              </a:buClr>
              <a:buSzPts val="1500"/>
              <a:buChar char="●"/>
              <a:defRPr sz="1400"/>
            </a:lvl1pPr>
            <a:lvl2pPr marL="914400" lvl="1" indent="-330200" rtl="0">
              <a:lnSpc>
                <a:spcPct val="100000"/>
              </a:lnSpc>
              <a:spcBef>
                <a:spcPts val="0"/>
              </a:spcBef>
              <a:spcAft>
                <a:spcPts val="0"/>
              </a:spcAft>
              <a:buSzPts val="1600"/>
              <a:buChar char="○"/>
              <a:defRPr sz="1600"/>
            </a:lvl2pPr>
            <a:lvl3pPr marL="1371600" lvl="2" indent="-330200" rtl="0">
              <a:lnSpc>
                <a:spcPct val="100000"/>
              </a:lnSpc>
              <a:spcBef>
                <a:spcPts val="0"/>
              </a:spcBef>
              <a:spcAft>
                <a:spcPts val="0"/>
              </a:spcAft>
              <a:buSzPts val="1600"/>
              <a:buChar char="■"/>
              <a:defRPr sz="1600"/>
            </a:lvl3pPr>
            <a:lvl4pPr marL="1828800" lvl="3" indent="-330200" rtl="0">
              <a:lnSpc>
                <a:spcPct val="100000"/>
              </a:lnSpc>
              <a:spcBef>
                <a:spcPts val="0"/>
              </a:spcBef>
              <a:spcAft>
                <a:spcPts val="0"/>
              </a:spcAft>
              <a:buSzPts val="1600"/>
              <a:buChar char="●"/>
              <a:defRPr sz="1600"/>
            </a:lvl4pPr>
            <a:lvl5pPr marL="2286000" lvl="4" indent="-330200" rtl="0">
              <a:lnSpc>
                <a:spcPct val="100000"/>
              </a:lnSpc>
              <a:spcBef>
                <a:spcPts val="0"/>
              </a:spcBef>
              <a:spcAft>
                <a:spcPts val="0"/>
              </a:spcAft>
              <a:buSzPts val="1600"/>
              <a:buChar char="○"/>
              <a:defRPr sz="1600"/>
            </a:lvl5pPr>
            <a:lvl6pPr marL="2743200" lvl="5" indent="-330200" rtl="0">
              <a:lnSpc>
                <a:spcPct val="100000"/>
              </a:lnSpc>
              <a:spcBef>
                <a:spcPts val="0"/>
              </a:spcBef>
              <a:spcAft>
                <a:spcPts val="0"/>
              </a:spcAft>
              <a:buSzPts val="1600"/>
              <a:buChar char="■"/>
              <a:defRPr sz="1600"/>
            </a:lvl6pPr>
            <a:lvl7pPr marL="3200400" lvl="6" indent="-330200" rtl="0">
              <a:lnSpc>
                <a:spcPct val="100000"/>
              </a:lnSpc>
              <a:spcBef>
                <a:spcPts val="0"/>
              </a:spcBef>
              <a:spcAft>
                <a:spcPts val="0"/>
              </a:spcAft>
              <a:buSzPts val="1600"/>
              <a:buChar char="●"/>
              <a:defRPr sz="1600"/>
            </a:lvl7pPr>
            <a:lvl8pPr marL="3657600" lvl="7" indent="-330200" rtl="0">
              <a:lnSpc>
                <a:spcPct val="100000"/>
              </a:lnSpc>
              <a:spcBef>
                <a:spcPts val="0"/>
              </a:spcBef>
              <a:spcAft>
                <a:spcPts val="0"/>
              </a:spcAft>
              <a:buSzPts val="1600"/>
              <a:buChar char="○"/>
              <a:defRPr sz="1600"/>
            </a:lvl8pPr>
            <a:lvl9pPr marL="4114800" lvl="8" indent="-330200" rtl="0">
              <a:lnSpc>
                <a:spcPct val="100000"/>
              </a:lnSpc>
              <a:spcBef>
                <a:spcPts val="0"/>
              </a:spcBef>
              <a:spcAft>
                <a:spcPts val="0"/>
              </a:spcAft>
              <a:buSzPts val="1600"/>
              <a:buChar char="■"/>
              <a:defRPr sz="1600"/>
            </a:lvl9pPr>
          </a:lstStyle>
          <a:p>
            <a:pPr lvl="0"/>
            <a:r>
              <a:rPr lang="en-US"/>
              <a:t>Edit Master text styles</a:t>
            </a:r>
          </a:p>
        </p:txBody>
      </p:sp>
      <p:sp>
        <p:nvSpPr>
          <p:cNvPr id="186" name="Google Shape;186;p28"/>
          <p:cNvSpPr/>
          <p:nvPr/>
        </p:nvSpPr>
        <p:spPr>
          <a:xfrm>
            <a:off x="9697800" y="897400"/>
            <a:ext cx="366216" cy="365219"/>
          </a:xfrm>
          <a:custGeom>
            <a:avLst/>
            <a:gdLst/>
            <a:ahLst/>
            <a:cxnLst/>
            <a:rect l="l" t="t" r="r" b="b"/>
            <a:pathLst>
              <a:path w="12109" h="12076" extrusionOk="0">
                <a:moveTo>
                  <a:pt x="6071" y="1"/>
                </a:moveTo>
                <a:lnTo>
                  <a:pt x="5504" y="2336"/>
                </a:lnTo>
                <a:cubicBezTo>
                  <a:pt x="5137" y="3903"/>
                  <a:pt x="3903" y="5138"/>
                  <a:pt x="2335" y="5505"/>
                </a:cubicBezTo>
                <a:lnTo>
                  <a:pt x="0" y="6038"/>
                </a:lnTo>
                <a:lnTo>
                  <a:pt x="2335" y="6605"/>
                </a:lnTo>
                <a:cubicBezTo>
                  <a:pt x="3903" y="6972"/>
                  <a:pt x="5137" y="8207"/>
                  <a:pt x="5504" y="9774"/>
                </a:cubicBezTo>
                <a:lnTo>
                  <a:pt x="6038" y="12076"/>
                </a:lnTo>
                <a:lnTo>
                  <a:pt x="6605" y="9774"/>
                </a:lnTo>
                <a:cubicBezTo>
                  <a:pt x="6972" y="8207"/>
                  <a:pt x="8206" y="6972"/>
                  <a:pt x="9774" y="6605"/>
                </a:cubicBezTo>
                <a:lnTo>
                  <a:pt x="12109" y="6038"/>
                </a:lnTo>
                <a:lnTo>
                  <a:pt x="9774" y="5505"/>
                </a:lnTo>
                <a:cubicBezTo>
                  <a:pt x="8206" y="5104"/>
                  <a:pt x="6972" y="3903"/>
                  <a:pt x="6605" y="2336"/>
                </a:cubicBezTo>
                <a:lnTo>
                  <a:pt x="6071"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7" name="Google Shape;187;p28"/>
          <p:cNvSpPr txBox="1">
            <a:spLocks noGrp="1"/>
          </p:cNvSpPr>
          <p:nvPr>
            <p:ph type="title"/>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sp>
        <p:nvSpPr>
          <p:cNvPr id="188" name="Google Shape;188;p28"/>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189" name="Google Shape;189;p28"/>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3424307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90"/>
        <p:cNvGrpSpPr/>
        <p:nvPr/>
      </p:nvGrpSpPr>
      <p:grpSpPr>
        <a:xfrm>
          <a:off x="0" y="0"/>
          <a:ext cx="0" cy="0"/>
          <a:chOff x="0" y="0"/>
          <a:chExt cx="0" cy="0"/>
        </a:xfrm>
      </p:grpSpPr>
      <p:sp>
        <p:nvSpPr>
          <p:cNvPr id="191" name="Google Shape;191;p29"/>
          <p:cNvSpPr txBox="1">
            <a:spLocks noGrp="1"/>
          </p:cNvSpPr>
          <p:nvPr>
            <p:ph type="title" hasCustomPrompt="1"/>
          </p:nvPr>
        </p:nvSpPr>
        <p:spPr>
          <a:xfrm>
            <a:off x="4590600" y="4919333"/>
            <a:ext cx="3010800" cy="9572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5000"/>
              <a:buNone/>
              <a:defRPr sz="5000">
                <a:solidFill>
                  <a:schemeClr val="accent1"/>
                </a:solidFill>
                <a:latin typeface="Poppins"/>
                <a:ea typeface="Poppins"/>
                <a:cs typeface="Poppins"/>
                <a:sym typeface="Poppins"/>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192" name="Google Shape;192;p29"/>
          <p:cNvSpPr txBox="1">
            <a:spLocks noGrp="1"/>
          </p:cNvSpPr>
          <p:nvPr>
            <p:ph type="title" idx="2" hasCustomPrompt="1"/>
          </p:nvPr>
        </p:nvSpPr>
        <p:spPr>
          <a:xfrm>
            <a:off x="1102967" y="4919333"/>
            <a:ext cx="3010800" cy="9572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5000">
                <a:solidFill>
                  <a:schemeClr val="accent1"/>
                </a:solidFill>
                <a:latin typeface="Poppins"/>
                <a:ea typeface="Poppins"/>
                <a:cs typeface="Poppins"/>
                <a:sym typeface="Poppins"/>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193" name="Google Shape;193;p29"/>
          <p:cNvSpPr txBox="1">
            <a:spLocks noGrp="1"/>
          </p:cNvSpPr>
          <p:nvPr>
            <p:ph type="subTitle" idx="1"/>
          </p:nvPr>
        </p:nvSpPr>
        <p:spPr>
          <a:xfrm>
            <a:off x="1102969" y="3495580"/>
            <a:ext cx="3010800" cy="49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sz="2400" b="1">
                <a:latin typeface="Abhaya Libre"/>
                <a:ea typeface="Abhaya Libre"/>
                <a:cs typeface="Abhaya Libre"/>
                <a:sym typeface="Abhaya Libre"/>
              </a:defRPr>
            </a:lvl1pPr>
            <a:lvl2pPr lvl="1" rtl="0">
              <a:lnSpc>
                <a:spcPct val="100000"/>
              </a:lnSpc>
              <a:spcBef>
                <a:spcPts val="0"/>
              </a:spcBef>
              <a:spcAft>
                <a:spcPts val="0"/>
              </a:spcAft>
              <a:buNone/>
              <a:defRPr sz="2400" b="1">
                <a:latin typeface="Abhaya Libre"/>
                <a:ea typeface="Abhaya Libre"/>
                <a:cs typeface="Abhaya Libre"/>
                <a:sym typeface="Abhaya Libre"/>
              </a:defRPr>
            </a:lvl2pPr>
            <a:lvl3pPr lvl="2" rtl="0">
              <a:lnSpc>
                <a:spcPct val="100000"/>
              </a:lnSpc>
              <a:spcBef>
                <a:spcPts val="0"/>
              </a:spcBef>
              <a:spcAft>
                <a:spcPts val="0"/>
              </a:spcAft>
              <a:buNone/>
              <a:defRPr sz="2400" b="1">
                <a:latin typeface="Abhaya Libre"/>
                <a:ea typeface="Abhaya Libre"/>
                <a:cs typeface="Abhaya Libre"/>
                <a:sym typeface="Abhaya Libre"/>
              </a:defRPr>
            </a:lvl3pPr>
            <a:lvl4pPr lvl="3" rtl="0">
              <a:lnSpc>
                <a:spcPct val="100000"/>
              </a:lnSpc>
              <a:spcBef>
                <a:spcPts val="0"/>
              </a:spcBef>
              <a:spcAft>
                <a:spcPts val="0"/>
              </a:spcAft>
              <a:buNone/>
              <a:defRPr sz="2400" b="1">
                <a:latin typeface="Abhaya Libre"/>
                <a:ea typeface="Abhaya Libre"/>
                <a:cs typeface="Abhaya Libre"/>
                <a:sym typeface="Abhaya Libre"/>
              </a:defRPr>
            </a:lvl4pPr>
            <a:lvl5pPr lvl="4" rtl="0">
              <a:lnSpc>
                <a:spcPct val="100000"/>
              </a:lnSpc>
              <a:spcBef>
                <a:spcPts val="0"/>
              </a:spcBef>
              <a:spcAft>
                <a:spcPts val="0"/>
              </a:spcAft>
              <a:buNone/>
              <a:defRPr sz="2400" b="1">
                <a:latin typeface="Abhaya Libre"/>
                <a:ea typeface="Abhaya Libre"/>
                <a:cs typeface="Abhaya Libre"/>
                <a:sym typeface="Abhaya Libre"/>
              </a:defRPr>
            </a:lvl5pPr>
            <a:lvl6pPr lvl="5" rtl="0">
              <a:lnSpc>
                <a:spcPct val="100000"/>
              </a:lnSpc>
              <a:spcBef>
                <a:spcPts val="0"/>
              </a:spcBef>
              <a:spcAft>
                <a:spcPts val="0"/>
              </a:spcAft>
              <a:buNone/>
              <a:defRPr sz="2400" b="1">
                <a:latin typeface="Abhaya Libre"/>
                <a:ea typeface="Abhaya Libre"/>
                <a:cs typeface="Abhaya Libre"/>
                <a:sym typeface="Abhaya Libre"/>
              </a:defRPr>
            </a:lvl6pPr>
            <a:lvl7pPr lvl="6" rtl="0">
              <a:lnSpc>
                <a:spcPct val="100000"/>
              </a:lnSpc>
              <a:spcBef>
                <a:spcPts val="0"/>
              </a:spcBef>
              <a:spcAft>
                <a:spcPts val="0"/>
              </a:spcAft>
              <a:buNone/>
              <a:defRPr sz="2400" b="1">
                <a:latin typeface="Abhaya Libre"/>
                <a:ea typeface="Abhaya Libre"/>
                <a:cs typeface="Abhaya Libre"/>
                <a:sym typeface="Abhaya Libre"/>
              </a:defRPr>
            </a:lvl7pPr>
            <a:lvl8pPr lvl="7" rtl="0">
              <a:lnSpc>
                <a:spcPct val="100000"/>
              </a:lnSpc>
              <a:spcBef>
                <a:spcPts val="0"/>
              </a:spcBef>
              <a:spcAft>
                <a:spcPts val="0"/>
              </a:spcAft>
              <a:buNone/>
              <a:defRPr sz="2400" b="1">
                <a:latin typeface="Abhaya Libre"/>
                <a:ea typeface="Abhaya Libre"/>
                <a:cs typeface="Abhaya Libre"/>
                <a:sym typeface="Abhaya Libre"/>
              </a:defRPr>
            </a:lvl8pPr>
            <a:lvl9pPr lvl="8" rtl="0">
              <a:lnSpc>
                <a:spcPct val="100000"/>
              </a:lnSpc>
              <a:spcBef>
                <a:spcPts val="0"/>
              </a:spcBef>
              <a:spcAft>
                <a:spcPts val="0"/>
              </a:spcAft>
              <a:buNone/>
              <a:defRPr sz="2400" b="1">
                <a:latin typeface="Abhaya Libre"/>
                <a:ea typeface="Abhaya Libre"/>
                <a:cs typeface="Abhaya Libre"/>
                <a:sym typeface="Abhaya Libre"/>
              </a:defRPr>
            </a:lvl9pPr>
          </a:lstStyle>
          <a:p>
            <a:r>
              <a:rPr lang="en-US"/>
              <a:t>Click to edit Master subtitle style</a:t>
            </a:r>
            <a:endParaRPr/>
          </a:p>
        </p:txBody>
      </p:sp>
      <p:sp>
        <p:nvSpPr>
          <p:cNvPr id="194" name="Google Shape;194;p29"/>
          <p:cNvSpPr txBox="1">
            <a:spLocks noGrp="1"/>
          </p:cNvSpPr>
          <p:nvPr>
            <p:ph type="subTitle" idx="3"/>
          </p:nvPr>
        </p:nvSpPr>
        <p:spPr>
          <a:xfrm>
            <a:off x="1102967" y="3990769"/>
            <a:ext cx="3010800" cy="961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195" name="Google Shape;195;p29"/>
          <p:cNvSpPr txBox="1">
            <a:spLocks noGrp="1"/>
          </p:cNvSpPr>
          <p:nvPr>
            <p:ph type="subTitle" idx="4"/>
          </p:nvPr>
        </p:nvSpPr>
        <p:spPr>
          <a:xfrm>
            <a:off x="4590600" y="3495580"/>
            <a:ext cx="3010800" cy="49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sz="2400" b="1">
                <a:latin typeface="Abhaya Libre"/>
                <a:ea typeface="Abhaya Libre"/>
                <a:cs typeface="Abhaya Libre"/>
                <a:sym typeface="Abhaya Libre"/>
              </a:defRPr>
            </a:lvl1pPr>
            <a:lvl2pPr lvl="1" rtl="0">
              <a:lnSpc>
                <a:spcPct val="100000"/>
              </a:lnSpc>
              <a:spcBef>
                <a:spcPts val="0"/>
              </a:spcBef>
              <a:spcAft>
                <a:spcPts val="0"/>
              </a:spcAft>
              <a:buNone/>
              <a:defRPr sz="2400" b="1">
                <a:latin typeface="Abhaya Libre"/>
                <a:ea typeface="Abhaya Libre"/>
                <a:cs typeface="Abhaya Libre"/>
                <a:sym typeface="Abhaya Libre"/>
              </a:defRPr>
            </a:lvl2pPr>
            <a:lvl3pPr lvl="2" rtl="0">
              <a:lnSpc>
                <a:spcPct val="100000"/>
              </a:lnSpc>
              <a:spcBef>
                <a:spcPts val="0"/>
              </a:spcBef>
              <a:spcAft>
                <a:spcPts val="0"/>
              </a:spcAft>
              <a:buNone/>
              <a:defRPr sz="2400" b="1">
                <a:latin typeface="Abhaya Libre"/>
                <a:ea typeface="Abhaya Libre"/>
                <a:cs typeface="Abhaya Libre"/>
                <a:sym typeface="Abhaya Libre"/>
              </a:defRPr>
            </a:lvl3pPr>
            <a:lvl4pPr lvl="3" rtl="0">
              <a:lnSpc>
                <a:spcPct val="100000"/>
              </a:lnSpc>
              <a:spcBef>
                <a:spcPts val="0"/>
              </a:spcBef>
              <a:spcAft>
                <a:spcPts val="0"/>
              </a:spcAft>
              <a:buNone/>
              <a:defRPr sz="2400" b="1">
                <a:latin typeface="Abhaya Libre"/>
                <a:ea typeface="Abhaya Libre"/>
                <a:cs typeface="Abhaya Libre"/>
                <a:sym typeface="Abhaya Libre"/>
              </a:defRPr>
            </a:lvl4pPr>
            <a:lvl5pPr lvl="4" rtl="0">
              <a:lnSpc>
                <a:spcPct val="100000"/>
              </a:lnSpc>
              <a:spcBef>
                <a:spcPts val="0"/>
              </a:spcBef>
              <a:spcAft>
                <a:spcPts val="0"/>
              </a:spcAft>
              <a:buNone/>
              <a:defRPr sz="2400" b="1">
                <a:latin typeface="Abhaya Libre"/>
                <a:ea typeface="Abhaya Libre"/>
                <a:cs typeface="Abhaya Libre"/>
                <a:sym typeface="Abhaya Libre"/>
              </a:defRPr>
            </a:lvl5pPr>
            <a:lvl6pPr lvl="5" rtl="0">
              <a:lnSpc>
                <a:spcPct val="100000"/>
              </a:lnSpc>
              <a:spcBef>
                <a:spcPts val="0"/>
              </a:spcBef>
              <a:spcAft>
                <a:spcPts val="0"/>
              </a:spcAft>
              <a:buNone/>
              <a:defRPr sz="2400" b="1">
                <a:latin typeface="Abhaya Libre"/>
                <a:ea typeface="Abhaya Libre"/>
                <a:cs typeface="Abhaya Libre"/>
                <a:sym typeface="Abhaya Libre"/>
              </a:defRPr>
            </a:lvl6pPr>
            <a:lvl7pPr lvl="6" rtl="0">
              <a:lnSpc>
                <a:spcPct val="100000"/>
              </a:lnSpc>
              <a:spcBef>
                <a:spcPts val="0"/>
              </a:spcBef>
              <a:spcAft>
                <a:spcPts val="0"/>
              </a:spcAft>
              <a:buNone/>
              <a:defRPr sz="2400" b="1">
                <a:latin typeface="Abhaya Libre"/>
                <a:ea typeface="Abhaya Libre"/>
                <a:cs typeface="Abhaya Libre"/>
                <a:sym typeface="Abhaya Libre"/>
              </a:defRPr>
            </a:lvl7pPr>
            <a:lvl8pPr lvl="7" rtl="0">
              <a:lnSpc>
                <a:spcPct val="100000"/>
              </a:lnSpc>
              <a:spcBef>
                <a:spcPts val="0"/>
              </a:spcBef>
              <a:spcAft>
                <a:spcPts val="0"/>
              </a:spcAft>
              <a:buNone/>
              <a:defRPr sz="2400" b="1">
                <a:latin typeface="Abhaya Libre"/>
                <a:ea typeface="Abhaya Libre"/>
                <a:cs typeface="Abhaya Libre"/>
                <a:sym typeface="Abhaya Libre"/>
              </a:defRPr>
            </a:lvl8pPr>
            <a:lvl9pPr lvl="8" rtl="0">
              <a:lnSpc>
                <a:spcPct val="100000"/>
              </a:lnSpc>
              <a:spcBef>
                <a:spcPts val="0"/>
              </a:spcBef>
              <a:spcAft>
                <a:spcPts val="0"/>
              </a:spcAft>
              <a:buNone/>
              <a:defRPr sz="2400" b="1">
                <a:latin typeface="Abhaya Libre"/>
                <a:ea typeface="Abhaya Libre"/>
                <a:cs typeface="Abhaya Libre"/>
                <a:sym typeface="Abhaya Libre"/>
              </a:defRPr>
            </a:lvl9pPr>
          </a:lstStyle>
          <a:p>
            <a:r>
              <a:rPr lang="en-US"/>
              <a:t>Click to edit Master subtitle style</a:t>
            </a:r>
            <a:endParaRPr/>
          </a:p>
        </p:txBody>
      </p:sp>
      <p:sp>
        <p:nvSpPr>
          <p:cNvPr id="196" name="Google Shape;196;p29"/>
          <p:cNvSpPr txBox="1">
            <a:spLocks noGrp="1"/>
          </p:cNvSpPr>
          <p:nvPr>
            <p:ph type="subTitle" idx="5"/>
          </p:nvPr>
        </p:nvSpPr>
        <p:spPr>
          <a:xfrm>
            <a:off x="4590600" y="3990769"/>
            <a:ext cx="3010800" cy="961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197" name="Google Shape;197;p29"/>
          <p:cNvSpPr txBox="1">
            <a:spLocks noGrp="1"/>
          </p:cNvSpPr>
          <p:nvPr>
            <p:ph type="subTitle" idx="6"/>
          </p:nvPr>
        </p:nvSpPr>
        <p:spPr>
          <a:xfrm>
            <a:off x="8078231" y="3495580"/>
            <a:ext cx="3010800" cy="49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sz="2400" b="1">
                <a:latin typeface="Abhaya Libre"/>
                <a:ea typeface="Abhaya Libre"/>
                <a:cs typeface="Abhaya Libre"/>
                <a:sym typeface="Abhaya Libre"/>
              </a:defRPr>
            </a:lvl1pPr>
            <a:lvl2pPr lvl="1" rtl="0">
              <a:lnSpc>
                <a:spcPct val="100000"/>
              </a:lnSpc>
              <a:spcBef>
                <a:spcPts val="0"/>
              </a:spcBef>
              <a:spcAft>
                <a:spcPts val="0"/>
              </a:spcAft>
              <a:buNone/>
              <a:defRPr sz="2400" b="1">
                <a:latin typeface="Abhaya Libre"/>
                <a:ea typeface="Abhaya Libre"/>
                <a:cs typeface="Abhaya Libre"/>
                <a:sym typeface="Abhaya Libre"/>
              </a:defRPr>
            </a:lvl2pPr>
            <a:lvl3pPr lvl="2" rtl="0">
              <a:lnSpc>
                <a:spcPct val="100000"/>
              </a:lnSpc>
              <a:spcBef>
                <a:spcPts val="0"/>
              </a:spcBef>
              <a:spcAft>
                <a:spcPts val="0"/>
              </a:spcAft>
              <a:buNone/>
              <a:defRPr sz="2400" b="1">
                <a:latin typeface="Abhaya Libre"/>
                <a:ea typeface="Abhaya Libre"/>
                <a:cs typeface="Abhaya Libre"/>
                <a:sym typeface="Abhaya Libre"/>
              </a:defRPr>
            </a:lvl3pPr>
            <a:lvl4pPr lvl="3" rtl="0">
              <a:lnSpc>
                <a:spcPct val="100000"/>
              </a:lnSpc>
              <a:spcBef>
                <a:spcPts val="0"/>
              </a:spcBef>
              <a:spcAft>
                <a:spcPts val="0"/>
              </a:spcAft>
              <a:buNone/>
              <a:defRPr sz="2400" b="1">
                <a:latin typeface="Abhaya Libre"/>
                <a:ea typeface="Abhaya Libre"/>
                <a:cs typeface="Abhaya Libre"/>
                <a:sym typeface="Abhaya Libre"/>
              </a:defRPr>
            </a:lvl4pPr>
            <a:lvl5pPr lvl="4" rtl="0">
              <a:lnSpc>
                <a:spcPct val="100000"/>
              </a:lnSpc>
              <a:spcBef>
                <a:spcPts val="0"/>
              </a:spcBef>
              <a:spcAft>
                <a:spcPts val="0"/>
              </a:spcAft>
              <a:buNone/>
              <a:defRPr sz="2400" b="1">
                <a:latin typeface="Abhaya Libre"/>
                <a:ea typeface="Abhaya Libre"/>
                <a:cs typeface="Abhaya Libre"/>
                <a:sym typeface="Abhaya Libre"/>
              </a:defRPr>
            </a:lvl5pPr>
            <a:lvl6pPr lvl="5" rtl="0">
              <a:lnSpc>
                <a:spcPct val="100000"/>
              </a:lnSpc>
              <a:spcBef>
                <a:spcPts val="0"/>
              </a:spcBef>
              <a:spcAft>
                <a:spcPts val="0"/>
              </a:spcAft>
              <a:buNone/>
              <a:defRPr sz="2400" b="1">
                <a:latin typeface="Abhaya Libre"/>
                <a:ea typeface="Abhaya Libre"/>
                <a:cs typeface="Abhaya Libre"/>
                <a:sym typeface="Abhaya Libre"/>
              </a:defRPr>
            </a:lvl6pPr>
            <a:lvl7pPr lvl="6" rtl="0">
              <a:lnSpc>
                <a:spcPct val="100000"/>
              </a:lnSpc>
              <a:spcBef>
                <a:spcPts val="0"/>
              </a:spcBef>
              <a:spcAft>
                <a:spcPts val="0"/>
              </a:spcAft>
              <a:buNone/>
              <a:defRPr sz="2400" b="1">
                <a:latin typeface="Abhaya Libre"/>
                <a:ea typeface="Abhaya Libre"/>
                <a:cs typeface="Abhaya Libre"/>
                <a:sym typeface="Abhaya Libre"/>
              </a:defRPr>
            </a:lvl7pPr>
            <a:lvl8pPr lvl="7" rtl="0">
              <a:lnSpc>
                <a:spcPct val="100000"/>
              </a:lnSpc>
              <a:spcBef>
                <a:spcPts val="0"/>
              </a:spcBef>
              <a:spcAft>
                <a:spcPts val="0"/>
              </a:spcAft>
              <a:buNone/>
              <a:defRPr sz="2400" b="1">
                <a:latin typeface="Abhaya Libre"/>
                <a:ea typeface="Abhaya Libre"/>
                <a:cs typeface="Abhaya Libre"/>
                <a:sym typeface="Abhaya Libre"/>
              </a:defRPr>
            </a:lvl8pPr>
            <a:lvl9pPr lvl="8" rtl="0">
              <a:lnSpc>
                <a:spcPct val="100000"/>
              </a:lnSpc>
              <a:spcBef>
                <a:spcPts val="0"/>
              </a:spcBef>
              <a:spcAft>
                <a:spcPts val="0"/>
              </a:spcAft>
              <a:buNone/>
              <a:defRPr sz="2400" b="1">
                <a:latin typeface="Abhaya Libre"/>
                <a:ea typeface="Abhaya Libre"/>
                <a:cs typeface="Abhaya Libre"/>
                <a:sym typeface="Abhaya Libre"/>
              </a:defRPr>
            </a:lvl9pPr>
          </a:lstStyle>
          <a:p>
            <a:r>
              <a:rPr lang="en-US"/>
              <a:t>Click to edit Master subtitle style</a:t>
            </a:r>
            <a:endParaRPr/>
          </a:p>
        </p:txBody>
      </p:sp>
      <p:sp>
        <p:nvSpPr>
          <p:cNvPr id="198" name="Google Shape;198;p29"/>
          <p:cNvSpPr txBox="1">
            <a:spLocks noGrp="1"/>
          </p:cNvSpPr>
          <p:nvPr>
            <p:ph type="subTitle" idx="7"/>
          </p:nvPr>
        </p:nvSpPr>
        <p:spPr>
          <a:xfrm>
            <a:off x="8078232" y="3990769"/>
            <a:ext cx="3010800" cy="961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199" name="Google Shape;199;p29"/>
          <p:cNvSpPr/>
          <p:nvPr/>
        </p:nvSpPr>
        <p:spPr>
          <a:xfrm>
            <a:off x="11062015" y="5774938"/>
            <a:ext cx="333660" cy="333660"/>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0" name="Google Shape;200;p29"/>
          <p:cNvSpPr txBox="1">
            <a:spLocks noGrp="1"/>
          </p:cNvSpPr>
          <p:nvPr>
            <p:ph type="title" idx="8"/>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sp>
        <p:nvSpPr>
          <p:cNvPr id="201" name="Google Shape;201;p29"/>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202" name="Google Shape;202;p29"/>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
        <p:nvSpPr>
          <p:cNvPr id="203" name="Google Shape;203;p29"/>
          <p:cNvSpPr txBox="1">
            <a:spLocks noGrp="1"/>
          </p:cNvSpPr>
          <p:nvPr>
            <p:ph type="title" idx="9" hasCustomPrompt="1"/>
          </p:nvPr>
        </p:nvSpPr>
        <p:spPr>
          <a:xfrm>
            <a:off x="8078232" y="4919333"/>
            <a:ext cx="3010800" cy="9572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5000">
                <a:solidFill>
                  <a:schemeClr val="accent1"/>
                </a:solidFill>
                <a:latin typeface="Poppins"/>
                <a:ea typeface="Poppins"/>
                <a:cs typeface="Poppins"/>
                <a:sym typeface="Poppins"/>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Tree>
    <p:extLst>
      <p:ext uri="{BB962C8B-B14F-4D97-AF65-F5344CB8AC3E}">
        <p14:creationId xmlns:p14="http://schemas.microsoft.com/office/powerpoint/2010/main" val="1263839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04"/>
        <p:cNvGrpSpPr/>
        <p:nvPr/>
      </p:nvGrpSpPr>
      <p:grpSpPr>
        <a:xfrm>
          <a:off x="0" y="0"/>
          <a:ext cx="0" cy="0"/>
          <a:chOff x="0" y="0"/>
          <a:chExt cx="0" cy="0"/>
        </a:xfrm>
      </p:grpSpPr>
      <p:sp>
        <p:nvSpPr>
          <p:cNvPr id="205" name="Google Shape;205;p30"/>
          <p:cNvSpPr txBox="1">
            <a:spLocks noGrp="1"/>
          </p:cNvSpPr>
          <p:nvPr>
            <p:ph type="subTitle" idx="1"/>
          </p:nvPr>
        </p:nvSpPr>
        <p:spPr>
          <a:xfrm>
            <a:off x="1102969" y="2676713"/>
            <a:ext cx="30108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400" b="1">
                <a:latin typeface="Abhaya Libre"/>
                <a:ea typeface="Abhaya Libre"/>
                <a:cs typeface="Abhaya Libre"/>
                <a:sym typeface="Abhaya Libre"/>
              </a:defRPr>
            </a:lvl1pPr>
            <a:lvl2pPr lvl="1" rtl="0">
              <a:lnSpc>
                <a:spcPct val="100000"/>
              </a:lnSpc>
              <a:spcBef>
                <a:spcPts val="0"/>
              </a:spcBef>
              <a:spcAft>
                <a:spcPts val="0"/>
              </a:spcAft>
              <a:buNone/>
              <a:defRPr sz="2400" b="1">
                <a:latin typeface="Abhaya Libre"/>
                <a:ea typeface="Abhaya Libre"/>
                <a:cs typeface="Abhaya Libre"/>
                <a:sym typeface="Abhaya Libre"/>
              </a:defRPr>
            </a:lvl2pPr>
            <a:lvl3pPr lvl="2" rtl="0">
              <a:lnSpc>
                <a:spcPct val="100000"/>
              </a:lnSpc>
              <a:spcBef>
                <a:spcPts val="0"/>
              </a:spcBef>
              <a:spcAft>
                <a:spcPts val="0"/>
              </a:spcAft>
              <a:buNone/>
              <a:defRPr sz="2400" b="1">
                <a:latin typeface="Abhaya Libre"/>
                <a:ea typeface="Abhaya Libre"/>
                <a:cs typeface="Abhaya Libre"/>
                <a:sym typeface="Abhaya Libre"/>
              </a:defRPr>
            </a:lvl3pPr>
            <a:lvl4pPr lvl="3" rtl="0">
              <a:lnSpc>
                <a:spcPct val="100000"/>
              </a:lnSpc>
              <a:spcBef>
                <a:spcPts val="0"/>
              </a:spcBef>
              <a:spcAft>
                <a:spcPts val="0"/>
              </a:spcAft>
              <a:buNone/>
              <a:defRPr sz="2400" b="1">
                <a:latin typeface="Abhaya Libre"/>
                <a:ea typeface="Abhaya Libre"/>
                <a:cs typeface="Abhaya Libre"/>
                <a:sym typeface="Abhaya Libre"/>
              </a:defRPr>
            </a:lvl4pPr>
            <a:lvl5pPr lvl="4" rtl="0">
              <a:lnSpc>
                <a:spcPct val="100000"/>
              </a:lnSpc>
              <a:spcBef>
                <a:spcPts val="0"/>
              </a:spcBef>
              <a:spcAft>
                <a:spcPts val="0"/>
              </a:spcAft>
              <a:buNone/>
              <a:defRPr sz="2400" b="1">
                <a:latin typeface="Abhaya Libre"/>
                <a:ea typeface="Abhaya Libre"/>
                <a:cs typeface="Abhaya Libre"/>
                <a:sym typeface="Abhaya Libre"/>
              </a:defRPr>
            </a:lvl5pPr>
            <a:lvl6pPr lvl="5" rtl="0">
              <a:lnSpc>
                <a:spcPct val="100000"/>
              </a:lnSpc>
              <a:spcBef>
                <a:spcPts val="0"/>
              </a:spcBef>
              <a:spcAft>
                <a:spcPts val="0"/>
              </a:spcAft>
              <a:buNone/>
              <a:defRPr sz="2400" b="1">
                <a:latin typeface="Abhaya Libre"/>
                <a:ea typeface="Abhaya Libre"/>
                <a:cs typeface="Abhaya Libre"/>
                <a:sym typeface="Abhaya Libre"/>
              </a:defRPr>
            </a:lvl6pPr>
            <a:lvl7pPr lvl="6" rtl="0">
              <a:lnSpc>
                <a:spcPct val="100000"/>
              </a:lnSpc>
              <a:spcBef>
                <a:spcPts val="0"/>
              </a:spcBef>
              <a:spcAft>
                <a:spcPts val="0"/>
              </a:spcAft>
              <a:buNone/>
              <a:defRPr sz="2400" b="1">
                <a:latin typeface="Abhaya Libre"/>
                <a:ea typeface="Abhaya Libre"/>
                <a:cs typeface="Abhaya Libre"/>
                <a:sym typeface="Abhaya Libre"/>
              </a:defRPr>
            </a:lvl7pPr>
            <a:lvl8pPr lvl="7" rtl="0">
              <a:lnSpc>
                <a:spcPct val="100000"/>
              </a:lnSpc>
              <a:spcBef>
                <a:spcPts val="0"/>
              </a:spcBef>
              <a:spcAft>
                <a:spcPts val="0"/>
              </a:spcAft>
              <a:buNone/>
              <a:defRPr sz="2400" b="1">
                <a:latin typeface="Abhaya Libre"/>
                <a:ea typeface="Abhaya Libre"/>
                <a:cs typeface="Abhaya Libre"/>
                <a:sym typeface="Abhaya Libre"/>
              </a:defRPr>
            </a:lvl8pPr>
            <a:lvl9pPr lvl="8" rtl="0">
              <a:lnSpc>
                <a:spcPct val="100000"/>
              </a:lnSpc>
              <a:spcBef>
                <a:spcPts val="0"/>
              </a:spcBef>
              <a:spcAft>
                <a:spcPts val="0"/>
              </a:spcAft>
              <a:buNone/>
              <a:defRPr sz="2400" b="1">
                <a:latin typeface="Abhaya Libre"/>
                <a:ea typeface="Abhaya Libre"/>
                <a:cs typeface="Abhaya Libre"/>
                <a:sym typeface="Abhaya Libre"/>
              </a:defRPr>
            </a:lvl9pPr>
          </a:lstStyle>
          <a:p>
            <a:r>
              <a:rPr lang="en-US"/>
              <a:t>Click to edit Master subtitle style</a:t>
            </a:r>
            <a:endParaRPr/>
          </a:p>
        </p:txBody>
      </p:sp>
      <p:sp>
        <p:nvSpPr>
          <p:cNvPr id="206" name="Google Shape;206;p30"/>
          <p:cNvSpPr txBox="1">
            <a:spLocks noGrp="1"/>
          </p:cNvSpPr>
          <p:nvPr>
            <p:ph type="subTitle" idx="2"/>
          </p:nvPr>
        </p:nvSpPr>
        <p:spPr>
          <a:xfrm>
            <a:off x="1102967" y="3171889"/>
            <a:ext cx="3010800" cy="209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07" name="Google Shape;207;p30"/>
          <p:cNvSpPr txBox="1">
            <a:spLocks noGrp="1"/>
          </p:cNvSpPr>
          <p:nvPr>
            <p:ph type="subTitle" idx="3"/>
          </p:nvPr>
        </p:nvSpPr>
        <p:spPr>
          <a:xfrm>
            <a:off x="4590600" y="2676713"/>
            <a:ext cx="30108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400" b="1">
                <a:latin typeface="Abhaya Libre"/>
                <a:ea typeface="Abhaya Libre"/>
                <a:cs typeface="Abhaya Libre"/>
                <a:sym typeface="Abhaya Libre"/>
              </a:defRPr>
            </a:lvl1pPr>
            <a:lvl2pPr lvl="1" rtl="0">
              <a:lnSpc>
                <a:spcPct val="100000"/>
              </a:lnSpc>
              <a:spcBef>
                <a:spcPts val="0"/>
              </a:spcBef>
              <a:spcAft>
                <a:spcPts val="0"/>
              </a:spcAft>
              <a:buNone/>
              <a:defRPr sz="2400" b="1">
                <a:latin typeface="Abhaya Libre"/>
                <a:ea typeface="Abhaya Libre"/>
                <a:cs typeface="Abhaya Libre"/>
                <a:sym typeface="Abhaya Libre"/>
              </a:defRPr>
            </a:lvl2pPr>
            <a:lvl3pPr lvl="2" rtl="0">
              <a:lnSpc>
                <a:spcPct val="100000"/>
              </a:lnSpc>
              <a:spcBef>
                <a:spcPts val="0"/>
              </a:spcBef>
              <a:spcAft>
                <a:spcPts val="0"/>
              </a:spcAft>
              <a:buNone/>
              <a:defRPr sz="2400" b="1">
                <a:latin typeface="Abhaya Libre"/>
                <a:ea typeface="Abhaya Libre"/>
                <a:cs typeface="Abhaya Libre"/>
                <a:sym typeface="Abhaya Libre"/>
              </a:defRPr>
            </a:lvl3pPr>
            <a:lvl4pPr lvl="3" rtl="0">
              <a:lnSpc>
                <a:spcPct val="100000"/>
              </a:lnSpc>
              <a:spcBef>
                <a:spcPts val="0"/>
              </a:spcBef>
              <a:spcAft>
                <a:spcPts val="0"/>
              </a:spcAft>
              <a:buNone/>
              <a:defRPr sz="2400" b="1">
                <a:latin typeface="Abhaya Libre"/>
                <a:ea typeface="Abhaya Libre"/>
                <a:cs typeface="Abhaya Libre"/>
                <a:sym typeface="Abhaya Libre"/>
              </a:defRPr>
            </a:lvl4pPr>
            <a:lvl5pPr lvl="4" rtl="0">
              <a:lnSpc>
                <a:spcPct val="100000"/>
              </a:lnSpc>
              <a:spcBef>
                <a:spcPts val="0"/>
              </a:spcBef>
              <a:spcAft>
                <a:spcPts val="0"/>
              </a:spcAft>
              <a:buNone/>
              <a:defRPr sz="2400" b="1">
                <a:latin typeface="Abhaya Libre"/>
                <a:ea typeface="Abhaya Libre"/>
                <a:cs typeface="Abhaya Libre"/>
                <a:sym typeface="Abhaya Libre"/>
              </a:defRPr>
            </a:lvl5pPr>
            <a:lvl6pPr lvl="5" rtl="0">
              <a:lnSpc>
                <a:spcPct val="100000"/>
              </a:lnSpc>
              <a:spcBef>
                <a:spcPts val="0"/>
              </a:spcBef>
              <a:spcAft>
                <a:spcPts val="0"/>
              </a:spcAft>
              <a:buNone/>
              <a:defRPr sz="2400" b="1">
                <a:latin typeface="Abhaya Libre"/>
                <a:ea typeface="Abhaya Libre"/>
                <a:cs typeface="Abhaya Libre"/>
                <a:sym typeface="Abhaya Libre"/>
              </a:defRPr>
            </a:lvl6pPr>
            <a:lvl7pPr lvl="6" rtl="0">
              <a:lnSpc>
                <a:spcPct val="100000"/>
              </a:lnSpc>
              <a:spcBef>
                <a:spcPts val="0"/>
              </a:spcBef>
              <a:spcAft>
                <a:spcPts val="0"/>
              </a:spcAft>
              <a:buNone/>
              <a:defRPr sz="2400" b="1">
                <a:latin typeface="Abhaya Libre"/>
                <a:ea typeface="Abhaya Libre"/>
                <a:cs typeface="Abhaya Libre"/>
                <a:sym typeface="Abhaya Libre"/>
              </a:defRPr>
            </a:lvl7pPr>
            <a:lvl8pPr lvl="7" rtl="0">
              <a:lnSpc>
                <a:spcPct val="100000"/>
              </a:lnSpc>
              <a:spcBef>
                <a:spcPts val="0"/>
              </a:spcBef>
              <a:spcAft>
                <a:spcPts val="0"/>
              </a:spcAft>
              <a:buNone/>
              <a:defRPr sz="2400" b="1">
                <a:latin typeface="Abhaya Libre"/>
                <a:ea typeface="Abhaya Libre"/>
                <a:cs typeface="Abhaya Libre"/>
                <a:sym typeface="Abhaya Libre"/>
              </a:defRPr>
            </a:lvl8pPr>
            <a:lvl9pPr lvl="8" rtl="0">
              <a:lnSpc>
                <a:spcPct val="100000"/>
              </a:lnSpc>
              <a:spcBef>
                <a:spcPts val="0"/>
              </a:spcBef>
              <a:spcAft>
                <a:spcPts val="0"/>
              </a:spcAft>
              <a:buNone/>
              <a:defRPr sz="2400" b="1">
                <a:latin typeface="Abhaya Libre"/>
                <a:ea typeface="Abhaya Libre"/>
                <a:cs typeface="Abhaya Libre"/>
                <a:sym typeface="Abhaya Libre"/>
              </a:defRPr>
            </a:lvl9pPr>
          </a:lstStyle>
          <a:p>
            <a:r>
              <a:rPr lang="en-US"/>
              <a:t>Click to edit Master subtitle style</a:t>
            </a:r>
            <a:endParaRPr/>
          </a:p>
        </p:txBody>
      </p:sp>
      <p:sp>
        <p:nvSpPr>
          <p:cNvPr id="208" name="Google Shape;208;p30"/>
          <p:cNvSpPr txBox="1">
            <a:spLocks noGrp="1"/>
          </p:cNvSpPr>
          <p:nvPr>
            <p:ph type="subTitle" idx="4"/>
          </p:nvPr>
        </p:nvSpPr>
        <p:spPr>
          <a:xfrm>
            <a:off x="4590600" y="3171889"/>
            <a:ext cx="3010800" cy="209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09" name="Google Shape;209;p30"/>
          <p:cNvSpPr txBox="1">
            <a:spLocks noGrp="1"/>
          </p:cNvSpPr>
          <p:nvPr>
            <p:ph type="subTitle" idx="5"/>
          </p:nvPr>
        </p:nvSpPr>
        <p:spPr>
          <a:xfrm>
            <a:off x="8078231" y="2676713"/>
            <a:ext cx="30108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400" b="1">
                <a:latin typeface="Abhaya Libre"/>
                <a:ea typeface="Abhaya Libre"/>
                <a:cs typeface="Abhaya Libre"/>
                <a:sym typeface="Abhaya Libre"/>
              </a:defRPr>
            </a:lvl1pPr>
            <a:lvl2pPr lvl="1" rtl="0">
              <a:lnSpc>
                <a:spcPct val="100000"/>
              </a:lnSpc>
              <a:spcBef>
                <a:spcPts val="0"/>
              </a:spcBef>
              <a:spcAft>
                <a:spcPts val="0"/>
              </a:spcAft>
              <a:buNone/>
              <a:defRPr sz="2400" b="1">
                <a:latin typeface="Abhaya Libre"/>
                <a:ea typeface="Abhaya Libre"/>
                <a:cs typeface="Abhaya Libre"/>
                <a:sym typeface="Abhaya Libre"/>
              </a:defRPr>
            </a:lvl2pPr>
            <a:lvl3pPr lvl="2" rtl="0">
              <a:lnSpc>
                <a:spcPct val="100000"/>
              </a:lnSpc>
              <a:spcBef>
                <a:spcPts val="0"/>
              </a:spcBef>
              <a:spcAft>
                <a:spcPts val="0"/>
              </a:spcAft>
              <a:buNone/>
              <a:defRPr sz="2400" b="1">
                <a:latin typeface="Abhaya Libre"/>
                <a:ea typeface="Abhaya Libre"/>
                <a:cs typeface="Abhaya Libre"/>
                <a:sym typeface="Abhaya Libre"/>
              </a:defRPr>
            </a:lvl3pPr>
            <a:lvl4pPr lvl="3" rtl="0">
              <a:lnSpc>
                <a:spcPct val="100000"/>
              </a:lnSpc>
              <a:spcBef>
                <a:spcPts val="0"/>
              </a:spcBef>
              <a:spcAft>
                <a:spcPts val="0"/>
              </a:spcAft>
              <a:buNone/>
              <a:defRPr sz="2400" b="1">
                <a:latin typeface="Abhaya Libre"/>
                <a:ea typeface="Abhaya Libre"/>
                <a:cs typeface="Abhaya Libre"/>
                <a:sym typeface="Abhaya Libre"/>
              </a:defRPr>
            </a:lvl4pPr>
            <a:lvl5pPr lvl="4" rtl="0">
              <a:lnSpc>
                <a:spcPct val="100000"/>
              </a:lnSpc>
              <a:spcBef>
                <a:spcPts val="0"/>
              </a:spcBef>
              <a:spcAft>
                <a:spcPts val="0"/>
              </a:spcAft>
              <a:buNone/>
              <a:defRPr sz="2400" b="1">
                <a:latin typeface="Abhaya Libre"/>
                <a:ea typeface="Abhaya Libre"/>
                <a:cs typeface="Abhaya Libre"/>
                <a:sym typeface="Abhaya Libre"/>
              </a:defRPr>
            </a:lvl5pPr>
            <a:lvl6pPr lvl="5" rtl="0">
              <a:lnSpc>
                <a:spcPct val="100000"/>
              </a:lnSpc>
              <a:spcBef>
                <a:spcPts val="0"/>
              </a:spcBef>
              <a:spcAft>
                <a:spcPts val="0"/>
              </a:spcAft>
              <a:buNone/>
              <a:defRPr sz="2400" b="1">
                <a:latin typeface="Abhaya Libre"/>
                <a:ea typeface="Abhaya Libre"/>
                <a:cs typeface="Abhaya Libre"/>
                <a:sym typeface="Abhaya Libre"/>
              </a:defRPr>
            </a:lvl6pPr>
            <a:lvl7pPr lvl="6" rtl="0">
              <a:lnSpc>
                <a:spcPct val="100000"/>
              </a:lnSpc>
              <a:spcBef>
                <a:spcPts val="0"/>
              </a:spcBef>
              <a:spcAft>
                <a:spcPts val="0"/>
              </a:spcAft>
              <a:buNone/>
              <a:defRPr sz="2400" b="1">
                <a:latin typeface="Abhaya Libre"/>
                <a:ea typeface="Abhaya Libre"/>
                <a:cs typeface="Abhaya Libre"/>
                <a:sym typeface="Abhaya Libre"/>
              </a:defRPr>
            </a:lvl7pPr>
            <a:lvl8pPr lvl="7" rtl="0">
              <a:lnSpc>
                <a:spcPct val="100000"/>
              </a:lnSpc>
              <a:spcBef>
                <a:spcPts val="0"/>
              </a:spcBef>
              <a:spcAft>
                <a:spcPts val="0"/>
              </a:spcAft>
              <a:buNone/>
              <a:defRPr sz="2400" b="1">
                <a:latin typeface="Abhaya Libre"/>
                <a:ea typeface="Abhaya Libre"/>
                <a:cs typeface="Abhaya Libre"/>
                <a:sym typeface="Abhaya Libre"/>
              </a:defRPr>
            </a:lvl8pPr>
            <a:lvl9pPr lvl="8" rtl="0">
              <a:lnSpc>
                <a:spcPct val="100000"/>
              </a:lnSpc>
              <a:spcBef>
                <a:spcPts val="0"/>
              </a:spcBef>
              <a:spcAft>
                <a:spcPts val="0"/>
              </a:spcAft>
              <a:buNone/>
              <a:defRPr sz="2400" b="1">
                <a:latin typeface="Abhaya Libre"/>
                <a:ea typeface="Abhaya Libre"/>
                <a:cs typeface="Abhaya Libre"/>
                <a:sym typeface="Abhaya Libre"/>
              </a:defRPr>
            </a:lvl9pPr>
          </a:lstStyle>
          <a:p>
            <a:r>
              <a:rPr lang="en-US"/>
              <a:t>Click to edit Master subtitle style</a:t>
            </a:r>
            <a:endParaRPr/>
          </a:p>
        </p:txBody>
      </p:sp>
      <p:sp>
        <p:nvSpPr>
          <p:cNvPr id="210" name="Google Shape;210;p30"/>
          <p:cNvSpPr txBox="1">
            <a:spLocks noGrp="1"/>
          </p:cNvSpPr>
          <p:nvPr>
            <p:ph type="subTitle" idx="6"/>
          </p:nvPr>
        </p:nvSpPr>
        <p:spPr>
          <a:xfrm>
            <a:off x="8078232" y="3171889"/>
            <a:ext cx="3010800" cy="209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11" name="Google Shape;211;p30"/>
          <p:cNvSpPr/>
          <p:nvPr/>
        </p:nvSpPr>
        <p:spPr>
          <a:xfrm>
            <a:off x="11062015" y="5774938"/>
            <a:ext cx="333660" cy="333660"/>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2" name="Google Shape;212;p30"/>
          <p:cNvSpPr txBox="1">
            <a:spLocks noGrp="1"/>
          </p:cNvSpPr>
          <p:nvPr>
            <p:ph type="title"/>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cxnSp>
        <p:nvCxnSpPr>
          <p:cNvPr id="213" name="Google Shape;213;p30"/>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
        <p:nvSpPr>
          <p:cNvPr id="214" name="Google Shape;214;p30"/>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5" name="Google Shape;215;p30"/>
          <p:cNvSpPr/>
          <p:nvPr/>
        </p:nvSpPr>
        <p:spPr>
          <a:xfrm rot="-448633">
            <a:off x="5136024" y="3989435"/>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22829792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16"/>
        <p:cNvGrpSpPr/>
        <p:nvPr/>
      </p:nvGrpSpPr>
      <p:grpSpPr>
        <a:xfrm>
          <a:off x="0" y="0"/>
          <a:ext cx="0" cy="0"/>
          <a:chOff x="0" y="0"/>
          <a:chExt cx="0" cy="0"/>
        </a:xfrm>
      </p:grpSpPr>
      <p:sp>
        <p:nvSpPr>
          <p:cNvPr id="217" name="Google Shape;217;p31"/>
          <p:cNvSpPr txBox="1">
            <a:spLocks noGrp="1"/>
          </p:cNvSpPr>
          <p:nvPr>
            <p:ph type="title" hasCustomPrompt="1"/>
          </p:nvPr>
        </p:nvSpPr>
        <p:spPr>
          <a:xfrm>
            <a:off x="950967" y="5005467"/>
            <a:ext cx="3240000" cy="11124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4800"/>
              <a:buNone/>
              <a:defRPr sz="8500">
                <a:solidFill>
                  <a:schemeClr val="accent1"/>
                </a:solidFill>
                <a:latin typeface="Poppins"/>
                <a:ea typeface="Poppins"/>
                <a:cs typeface="Poppins"/>
                <a:sym typeface="Poppins"/>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18" name="Google Shape;218;p31"/>
          <p:cNvSpPr txBox="1">
            <a:spLocks noGrp="1"/>
          </p:cNvSpPr>
          <p:nvPr>
            <p:ph type="title" idx="2" hasCustomPrompt="1"/>
          </p:nvPr>
        </p:nvSpPr>
        <p:spPr>
          <a:xfrm>
            <a:off x="950967" y="2308833"/>
            <a:ext cx="3240000" cy="11124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4800"/>
              <a:buNone/>
              <a:defRPr sz="8500">
                <a:solidFill>
                  <a:schemeClr val="accent1"/>
                </a:solidFill>
                <a:latin typeface="Poppins"/>
                <a:ea typeface="Poppins"/>
                <a:cs typeface="Poppins"/>
                <a:sym typeface="Poppins"/>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19" name="Google Shape;219;p31"/>
          <p:cNvSpPr txBox="1">
            <a:spLocks noGrp="1"/>
          </p:cNvSpPr>
          <p:nvPr>
            <p:ph type="title" idx="3" hasCustomPrompt="1"/>
          </p:nvPr>
        </p:nvSpPr>
        <p:spPr>
          <a:xfrm>
            <a:off x="5246667" y="3657167"/>
            <a:ext cx="3240000" cy="11124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4800"/>
              <a:buNone/>
              <a:defRPr sz="8500">
                <a:solidFill>
                  <a:schemeClr val="accent1"/>
                </a:solidFill>
                <a:latin typeface="Poppins"/>
                <a:ea typeface="Poppins"/>
                <a:cs typeface="Poppins"/>
                <a:sym typeface="Poppins"/>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20" name="Google Shape;220;p31"/>
          <p:cNvSpPr txBox="1">
            <a:spLocks noGrp="1"/>
          </p:cNvSpPr>
          <p:nvPr>
            <p:ph type="subTitle" idx="1"/>
          </p:nvPr>
        </p:nvSpPr>
        <p:spPr>
          <a:xfrm>
            <a:off x="3611933" y="5414700"/>
            <a:ext cx="2897600" cy="703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r>
              <a:rPr lang="en-US"/>
              <a:t>Click to edit Master subtitle style</a:t>
            </a:r>
            <a:endParaRPr/>
          </a:p>
        </p:txBody>
      </p:sp>
      <p:sp>
        <p:nvSpPr>
          <p:cNvPr id="221" name="Google Shape;221;p31"/>
          <p:cNvSpPr txBox="1">
            <a:spLocks noGrp="1"/>
          </p:cNvSpPr>
          <p:nvPr>
            <p:ph type="title" idx="4"/>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sp>
        <p:nvSpPr>
          <p:cNvPr id="222" name="Google Shape;222;p31"/>
          <p:cNvSpPr txBox="1">
            <a:spLocks noGrp="1"/>
          </p:cNvSpPr>
          <p:nvPr>
            <p:ph type="subTitle" idx="5"/>
          </p:nvPr>
        </p:nvSpPr>
        <p:spPr>
          <a:xfrm>
            <a:off x="3611933" y="5005477"/>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23" name="Google Shape;223;p31"/>
          <p:cNvSpPr txBox="1">
            <a:spLocks noGrp="1"/>
          </p:cNvSpPr>
          <p:nvPr>
            <p:ph type="subTitle" idx="6"/>
          </p:nvPr>
        </p:nvSpPr>
        <p:spPr>
          <a:xfrm>
            <a:off x="7940800" y="4066384"/>
            <a:ext cx="2897600" cy="703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r>
              <a:rPr lang="en-US"/>
              <a:t>Click to edit Master subtitle style</a:t>
            </a:r>
            <a:endParaRPr/>
          </a:p>
        </p:txBody>
      </p:sp>
      <p:sp>
        <p:nvSpPr>
          <p:cNvPr id="224" name="Google Shape;224;p31"/>
          <p:cNvSpPr txBox="1">
            <a:spLocks noGrp="1"/>
          </p:cNvSpPr>
          <p:nvPr>
            <p:ph type="subTitle" idx="7"/>
          </p:nvPr>
        </p:nvSpPr>
        <p:spPr>
          <a:xfrm>
            <a:off x="7940801" y="3657161"/>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25" name="Google Shape;225;p31"/>
          <p:cNvSpPr txBox="1">
            <a:spLocks noGrp="1"/>
          </p:cNvSpPr>
          <p:nvPr>
            <p:ph type="subTitle" idx="8"/>
          </p:nvPr>
        </p:nvSpPr>
        <p:spPr>
          <a:xfrm>
            <a:off x="3611933" y="2718067"/>
            <a:ext cx="2897600" cy="703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r>
              <a:rPr lang="en-US"/>
              <a:t>Click to edit Master subtitle style</a:t>
            </a:r>
            <a:endParaRPr/>
          </a:p>
        </p:txBody>
      </p:sp>
      <p:sp>
        <p:nvSpPr>
          <p:cNvPr id="226" name="Google Shape;226;p31"/>
          <p:cNvSpPr txBox="1">
            <a:spLocks noGrp="1"/>
          </p:cNvSpPr>
          <p:nvPr>
            <p:ph type="subTitle" idx="9"/>
          </p:nvPr>
        </p:nvSpPr>
        <p:spPr>
          <a:xfrm>
            <a:off x="3611933" y="2308844"/>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27" name="Google Shape;227;p31"/>
          <p:cNvSpPr txBox="1">
            <a:spLocks noGrp="1"/>
          </p:cNvSpPr>
          <p:nvPr>
            <p:ph type="title" idx="13"/>
          </p:nvPr>
        </p:nvSpPr>
        <p:spPr>
          <a:xfrm rot="-5400000">
            <a:off x="8123800" y="2746200"/>
            <a:ext cx="7675200" cy="884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r>
              <a:rPr lang="en-US"/>
              <a:t>Click to edit Master title style</a:t>
            </a:r>
            <a:endParaRPr/>
          </a:p>
        </p:txBody>
      </p:sp>
    </p:spTree>
    <p:extLst>
      <p:ext uri="{BB962C8B-B14F-4D97-AF65-F5344CB8AC3E}">
        <p14:creationId xmlns:p14="http://schemas.microsoft.com/office/powerpoint/2010/main" val="494780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28"/>
        <p:cNvGrpSpPr/>
        <p:nvPr/>
      </p:nvGrpSpPr>
      <p:grpSpPr>
        <a:xfrm>
          <a:off x="0" y="0"/>
          <a:ext cx="0" cy="0"/>
          <a:chOff x="0" y="0"/>
          <a:chExt cx="0" cy="0"/>
        </a:xfrm>
      </p:grpSpPr>
      <p:sp>
        <p:nvSpPr>
          <p:cNvPr id="229" name="Google Shape;229;p32"/>
          <p:cNvSpPr/>
          <p:nvPr/>
        </p:nvSpPr>
        <p:spPr>
          <a:xfrm rot="-448633">
            <a:off x="9257691" y="2084002"/>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0" name="Google Shape;230;p32"/>
          <p:cNvSpPr txBox="1">
            <a:spLocks noGrp="1"/>
          </p:cNvSpPr>
          <p:nvPr>
            <p:ph type="subTitle" idx="1"/>
          </p:nvPr>
        </p:nvSpPr>
        <p:spPr>
          <a:xfrm>
            <a:off x="950968" y="2351861"/>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31" name="Google Shape;231;p32"/>
          <p:cNvSpPr txBox="1">
            <a:spLocks noGrp="1"/>
          </p:cNvSpPr>
          <p:nvPr>
            <p:ph type="subTitle" idx="2"/>
          </p:nvPr>
        </p:nvSpPr>
        <p:spPr>
          <a:xfrm>
            <a:off x="950967" y="2757349"/>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32" name="Google Shape;232;p32"/>
          <p:cNvSpPr txBox="1">
            <a:spLocks noGrp="1"/>
          </p:cNvSpPr>
          <p:nvPr>
            <p:ph type="subTitle" idx="3"/>
          </p:nvPr>
        </p:nvSpPr>
        <p:spPr>
          <a:xfrm>
            <a:off x="950968" y="4329483"/>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33" name="Google Shape;233;p32"/>
          <p:cNvSpPr txBox="1">
            <a:spLocks noGrp="1"/>
          </p:cNvSpPr>
          <p:nvPr>
            <p:ph type="subTitle" idx="4"/>
          </p:nvPr>
        </p:nvSpPr>
        <p:spPr>
          <a:xfrm>
            <a:off x="950967" y="4737416"/>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34" name="Google Shape;234;p32"/>
          <p:cNvSpPr txBox="1">
            <a:spLocks noGrp="1"/>
          </p:cNvSpPr>
          <p:nvPr>
            <p:ph type="subTitle" idx="5"/>
          </p:nvPr>
        </p:nvSpPr>
        <p:spPr>
          <a:xfrm>
            <a:off x="8340867" y="2351861"/>
            <a:ext cx="2897600" cy="495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None/>
              <a:defRPr sz="2500" b="1">
                <a:latin typeface="Abhaya Libre"/>
                <a:ea typeface="Abhaya Libre"/>
                <a:cs typeface="Abhaya Libre"/>
                <a:sym typeface="Abhaya Libre"/>
              </a:defRPr>
            </a:lvl1pPr>
            <a:lvl2pPr lvl="1" algn="r" rtl="0">
              <a:lnSpc>
                <a:spcPct val="100000"/>
              </a:lnSpc>
              <a:spcBef>
                <a:spcPts val="0"/>
              </a:spcBef>
              <a:spcAft>
                <a:spcPts val="0"/>
              </a:spcAft>
              <a:buNone/>
              <a:defRPr sz="2500" b="1">
                <a:latin typeface="Abhaya Libre"/>
                <a:ea typeface="Abhaya Libre"/>
                <a:cs typeface="Abhaya Libre"/>
                <a:sym typeface="Abhaya Libre"/>
              </a:defRPr>
            </a:lvl2pPr>
            <a:lvl3pPr lvl="2" algn="r" rtl="0">
              <a:lnSpc>
                <a:spcPct val="100000"/>
              </a:lnSpc>
              <a:spcBef>
                <a:spcPts val="0"/>
              </a:spcBef>
              <a:spcAft>
                <a:spcPts val="0"/>
              </a:spcAft>
              <a:buNone/>
              <a:defRPr sz="2500" b="1">
                <a:latin typeface="Abhaya Libre"/>
                <a:ea typeface="Abhaya Libre"/>
                <a:cs typeface="Abhaya Libre"/>
                <a:sym typeface="Abhaya Libre"/>
              </a:defRPr>
            </a:lvl3pPr>
            <a:lvl4pPr lvl="3" algn="r" rtl="0">
              <a:lnSpc>
                <a:spcPct val="100000"/>
              </a:lnSpc>
              <a:spcBef>
                <a:spcPts val="0"/>
              </a:spcBef>
              <a:spcAft>
                <a:spcPts val="0"/>
              </a:spcAft>
              <a:buNone/>
              <a:defRPr sz="2500" b="1">
                <a:latin typeface="Abhaya Libre"/>
                <a:ea typeface="Abhaya Libre"/>
                <a:cs typeface="Abhaya Libre"/>
                <a:sym typeface="Abhaya Libre"/>
              </a:defRPr>
            </a:lvl4pPr>
            <a:lvl5pPr lvl="4" algn="r" rtl="0">
              <a:lnSpc>
                <a:spcPct val="100000"/>
              </a:lnSpc>
              <a:spcBef>
                <a:spcPts val="0"/>
              </a:spcBef>
              <a:spcAft>
                <a:spcPts val="0"/>
              </a:spcAft>
              <a:buNone/>
              <a:defRPr sz="2500" b="1">
                <a:latin typeface="Abhaya Libre"/>
                <a:ea typeface="Abhaya Libre"/>
                <a:cs typeface="Abhaya Libre"/>
                <a:sym typeface="Abhaya Libre"/>
              </a:defRPr>
            </a:lvl5pPr>
            <a:lvl6pPr lvl="5" algn="r" rtl="0">
              <a:lnSpc>
                <a:spcPct val="100000"/>
              </a:lnSpc>
              <a:spcBef>
                <a:spcPts val="0"/>
              </a:spcBef>
              <a:spcAft>
                <a:spcPts val="0"/>
              </a:spcAft>
              <a:buNone/>
              <a:defRPr sz="2500" b="1">
                <a:latin typeface="Abhaya Libre"/>
                <a:ea typeface="Abhaya Libre"/>
                <a:cs typeface="Abhaya Libre"/>
                <a:sym typeface="Abhaya Libre"/>
              </a:defRPr>
            </a:lvl6pPr>
            <a:lvl7pPr lvl="6" algn="r" rtl="0">
              <a:lnSpc>
                <a:spcPct val="100000"/>
              </a:lnSpc>
              <a:spcBef>
                <a:spcPts val="0"/>
              </a:spcBef>
              <a:spcAft>
                <a:spcPts val="0"/>
              </a:spcAft>
              <a:buNone/>
              <a:defRPr sz="2500" b="1">
                <a:latin typeface="Abhaya Libre"/>
                <a:ea typeface="Abhaya Libre"/>
                <a:cs typeface="Abhaya Libre"/>
                <a:sym typeface="Abhaya Libre"/>
              </a:defRPr>
            </a:lvl7pPr>
            <a:lvl8pPr lvl="7" algn="r" rtl="0">
              <a:lnSpc>
                <a:spcPct val="100000"/>
              </a:lnSpc>
              <a:spcBef>
                <a:spcPts val="0"/>
              </a:spcBef>
              <a:spcAft>
                <a:spcPts val="0"/>
              </a:spcAft>
              <a:buNone/>
              <a:defRPr sz="2500" b="1">
                <a:latin typeface="Abhaya Libre"/>
                <a:ea typeface="Abhaya Libre"/>
                <a:cs typeface="Abhaya Libre"/>
                <a:sym typeface="Abhaya Libre"/>
              </a:defRPr>
            </a:lvl8pPr>
            <a:lvl9pPr lvl="8" algn="r"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35" name="Google Shape;235;p32"/>
          <p:cNvSpPr txBox="1">
            <a:spLocks noGrp="1"/>
          </p:cNvSpPr>
          <p:nvPr>
            <p:ph type="subTitle" idx="6"/>
          </p:nvPr>
        </p:nvSpPr>
        <p:spPr>
          <a:xfrm>
            <a:off x="8340867" y="2757349"/>
            <a:ext cx="2897600" cy="7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lvl1pPr>
            <a:lvl2pPr lvl="1" algn="r" rtl="0">
              <a:lnSpc>
                <a:spcPct val="100000"/>
              </a:lnSpc>
              <a:spcBef>
                <a:spcPts val="0"/>
              </a:spcBef>
              <a:spcAft>
                <a:spcPts val="0"/>
              </a:spcAft>
              <a:buNone/>
              <a:defRPr sz="1400"/>
            </a:lvl2pPr>
            <a:lvl3pPr lvl="2" algn="r" rtl="0">
              <a:lnSpc>
                <a:spcPct val="100000"/>
              </a:lnSpc>
              <a:spcBef>
                <a:spcPts val="0"/>
              </a:spcBef>
              <a:spcAft>
                <a:spcPts val="0"/>
              </a:spcAft>
              <a:buNone/>
              <a:defRPr sz="1400"/>
            </a:lvl3pPr>
            <a:lvl4pPr lvl="3" algn="r" rtl="0">
              <a:lnSpc>
                <a:spcPct val="100000"/>
              </a:lnSpc>
              <a:spcBef>
                <a:spcPts val="0"/>
              </a:spcBef>
              <a:spcAft>
                <a:spcPts val="0"/>
              </a:spcAft>
              <a:buNone/>
              <a:defRPr sz="1400"/>
            </a:lvl4pPr>
            <a:lvl5pPr lvl="4" algn="r" rtl="0">
              <a:lnSpc>
                <a:spcPct val="100000"/>
              </a:lnSpc>
              <a:spcBef>
                <a:spcPts val="0"/>
              </a:spcBef>
              <a:spcAft>
                <a:spcPts val="0"/>
              </a:spcAft>
              <a:buNone/>
              <a:defRPr sz="1400"/>
            </a:lvl5pPr>
            <a:lvl6pPr lvl="5" algn="r" rtl="0">
              <a:lnSpc>
                <a:spcPct val="100000"/>
              </a:lnSpc>
              <a:spcBef>
                <a:spcPts val="0"/>
              </a:spcBef>
              <a:spcAft>
                <a:spcPts val="0"/>
              </a:spcAft>
              <a:buNone/>
              <a:defRPr sz="1400"/>
            </a:lvl6pPr>
            <a:lvl7pPr lvl="6" algn="r" rtl="0">
              <a:lnSpc>
                <a:spcPct val="100000"/>
              </a:lnSpc>
              <a:spcBef>
                <a:spcPts val="0"/>
              </a:spcBef>
              <a:spcAft>
                <a:spcPts val="0"/>
              </a:spcAft>
              <a:buNone/>
              <a:defRPr sz="1400"/>
            </a:lvl7pPr>
            <a:lvl8pPr lvl="7" algn="r" rtl="0">
              <a:lnSpc>
                <a:spcPct val="100000"/>
              </a:lnSpc>
              <a:spcBef>
                <a:spcPts val="0"/>
              </a:spcBef>
              <a:spcAft>
                <a:spcPts val="0"/>
              </a:spcAft>
              <a:buNone/>
              <a:defRPr sz="1400"/>
            </a:lvl8pPr>
            <a:lvl9pPr lvl="8" algn="r" rtl="0">
              <a:lnSpc>
                <a:spcPct val="100000"/>
              </a:lnSpc>
              <a:spcBef>
                <a:spcPts val="0"/>
              </a:spcBef>
              <a:spcAft>
                <a:spcPts val="0"/>
              </a:spcAft>
              <a:buNone/>
              <a:defRPr sz="1400"/>
            </a:lvl9pPr>
          </a:lstStyle>
          <a:p>
            <a:r>
              <a:rPr lang="en-US"/>
              <a:t>Click to edit Master subtitle style</a:t>
            </a:r>
            <a:endParaRPr/>
          </a:p>
        </p:txBody>
      </p:sp>
      <p:sp>
        <p:nvSpPr>
          <p:cNvPr id="236" name="Google Shape;236;p32"/>
          <p:cNvSpPr txBox="1">
            <a:spLocks noGrp="1"/>
          </p:cNvSpPr>
          <p:nvPr>
            <p:ph type="subTitle" idx="7"/>
          </p:nvPr>
        </p:nvSpPr>
        <p:spPr>
          <a:xfrm>
            <a:off x="8340867" y="4331928"/>
            <a:ext cx="2897600" cy="495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None/>
              <a:defRPr sz="2500" b="1">
                <a:latin typeface="Abhaya Libre"/>
                <a:ea typeface="Abhaya Libre"/>
                <a:cs typeface="Abhaya Libre"/>
                <a:sym typeface="Abhaya Libre"/>
              </a:defRPr>
            </a:lvl1pPr>
            <a:lvl2pPr lvl="1" algn="r" rtl="0">
              <a:lnSpc>
                <a:spcPct val="100000"/>
              </a:lnSpc>
              <a:spcBef>
                <a:spcPts val="0"/>
              </a:spcBef>
              <a:spcAft>
                <a:spcPts val="0"/>
              </a:spcAft>
              <a:buNone/>
              <a:defRPr sz="2500" b="1">
                <a:latin typeface="Abhaya Libre"/>
                <a:ea typeface="Abhaya Libre"/>
                <a:cs typeface="Abhaya Libre"/>
                <a:sym typeface="Abhaya Libre"/>
              </a:defRPr>
            </a:lvl2pPr>
            <a:lvl3pPr lvl="2" algn="r" rtl="0">
              <a:lnSpc>
                <a:spcPct val="100000"/>
              </a:lnSpc>
              <a:spcBef>
                <a:spcPts val="0"/>
              </a:spcBef>
              <a:spcAft>
                <a:spcPts val="0"/>
              </a:spcAft>
              <a:buNone/>
              <a:defRPr sz="2500" b="1">
                <a:latin typeface="Abhaya Libre"/>
                <a:ea typeface="Abhaya Libre"/>
                <a:cs typeface="Abhaya Libre"/>
                <a:sym typeface="Abhaya Libre"/>
              </a:defRPr>
            </a:lvl3pPr>
            <a:lvl4pPr lvl="3" algn="r" rtl="0">
              <a:lnSpc>
                <a:spcPct val="100000"/>
              </a:lnSpc>
              <a:spcBef>
                <a:spcPts val="0"/>
              </a:spcBef>
              <a:spcAft>
                <a:spcPts val="0"/>
              </a:spcAft>
              <a:buNone/>
              <a:defRPr sz="2500" b="1">
                <a:latin typeface="Abhaya Libre"/>
                <a:ea typeface="Abhaya Libre"/>
                <a:cs typeface="Abhaya Libre"/>
                <a:sym typeface="Abhaya Libre"/>
              </a:defRPr>
            </a:lvl4pPr>
            <a:lvl5pPr lvl="4" algn="r" rtl="0">
              <a:lnSpc>
                <a:spcPct val="100000"/>
              </a:lnSpc>
              <a:spcBef>
                <a:spcPts val="0"/>
              </a:spcBef>
              <a:spcAft>
                <a:spcPts val="0"/>
              </a:spcAft>
              <a:buNone/>
              <a:defRPr sz="2500" b="1">
                <a:latin typeface="Abhaya Libre"/>
                <a:ea typeface="Abhaya Libre"/>
                <a:cs typeface="Abhaya Libre"/>
                <a:sym typeface="Abhaya Libre"/>
              </a:defRPr>
            </a:lvl5pPr>
            <a:lvl6pPr lvl="5" algn="r" rtl="0">
              <a:lnSpc>
                <a:spcPct val="100000"/>
              </a:lnSpc>
              <a:spcBef>
                <a:spcPts val="0"/>
              </a:spcBef>
              <a:spcAft>
                <a:spcPts val="0"/>
              </a:spcAft>
              <a:buNone/>
              <a:defRPr sz="2500" b="1">
                <a:latin typeface="Abhaya Libre"/>
                <a:ea typeface="Abhaya Libre"/>
                <a:cs typeface="Abhaya Libre"/>
                <a:sym typeface="Abhaya Libre"/>
              </a:defRPr>
            </a:lvl6pPr>
            <a:lvl7pPr lvl="6" algn="r" rtl="0">
              <a:lnSpc>
                <a:spcPct val="100000"/>
              </a:lnSpc>
              <a:spcBef>
                <a:spcPts val="0"/>
              </a:spcBef>
              <a:spcAft>
                <a:spcPts val="0"/>
              </a:spcAft>
              <a:buNone/>
              <a:defRPr sz="2500" b="1">
                <a:latin typeface="Abhaya Libre"/>
                <a:ea typeface="Abhaya Libre"/>
                <a:cs typeface="Abhaya Libre"/>
                <a:sym typeface="Abhaya Libre"/>
              </a:defRPr>
            </a:lvl7pPr>
            <a:lvl8pPr lvl="7" algn="r" rtl="0">
              <a:lnSpc>
                <a:spcPct val="100000"/>
              </a:lnSpc>
              <a:spcBef>
                <a:spcPts val="0"/>
              </a:spcBef>
              <a:spcAft>
                <a:spcPts val="0"/>
              </a:spcAft>
              <a:buNone/>
              <a:defRPr sz="2500" b="1">
                <a:latin typeface="Abhaya Libre"/>
                <a:ea typeface="Abhaya Libre"/>
                <a:cs typeface="Abhaya Libre"/>
                <a:sym typeface="Abhaya Libre"/>
              </a:defRPr>
            </a:lvl8pPr>
            <a:lvl9pPr lvl="8" algn="r"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37" name="Google Shape;237;p32"/>
          <p:cNvSpPr txBox="1">
            <a:spLocks noGrp="1"/>
          </p:cNvSpPr>
          <p:nvPr>
            <p:ph type="subTitle" idx="8"/>
          </p:nvPr>
        </p:nvSpPr>
        <p:spPr>
          <a:xfrm>
            <a:off x="8340867" y="4737416"/>
            <a:ext cx="2897600" cy="7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lvl1pPr>
            <a:lvl2pPr lvl="1" algn="r" rtl="0">
              <a:lnSpc>
                <a:spcPct val="100000"/>
              </a:lnSpc>
              <a:spcBef>
                <a:spcPts val="0"/>
              </a:spcBef>
              <a:spcAft>
                <a:spcPts val="0"/>
              </a:spcAft>
              <a:buNone/>
              <a:defRPr sz="1400"/>
            </a:lvl2pPr>
            <a:lvl3pPr lvl="2" algn="r" rtl="0">
              <a:lnSpc>
                <a:spcPct val="100000"/>
              </a:lnSpc>
              <a:spcBef>
                <a:spcPts val="0"/>
              </a:spcBef>
              <a:spcAft>
                <a:spcPts val="0"/>
              </a:spcAft>
              <a:buNone/>
              <a:defRPr sz="1400"/>
            </a:lvl3pPr>
            <a:lvl4pPr lvl="3" algn="r" rtl="0">
              <a:lnSpc>
                <a:spcPct val="100000"/>
              </a:lnSpc>
              <a:spcBef>
                <a:spcPts val="0"/>
              </a:spcBef>
              <a:spcAft>
                <a:spcPts val="0"/>
              </a:spcAft>
              <a:buNone/>
              <a:defRPr sz="1400"/>
            </a:lvl4pPr>
            <a:lvl5pPr lvl="4" algn="r" rtl="0">
              <a:lnSpc>
                <a:spcPct val="100000"/>
              </a:lnSpc>
              <a:spcBef>
                <a:spcPts val="0"/>
              </a:spcBef>
              <a:spcAft>
                <a:spcPts val="0"/>
              </a:spcAft>
              <a:buNone/>
              <a:defRPr sz="1400"/>
            </a:lvl5pPr>
            <a:lvl6pPr lvl="5" algn="r" rtl="0">
              <a:lnSpc>
                <a:spcPct val="100000"/>
              </a:lnSpc>
              <a:spcBef>
                <a:spcPts val="0"/>
              </a:spcBef>
              <a:spcAft>
                <a:spcPts val="0"/>
              </a:spcAft>
              <a:buNone/>
              <a:defRPr sz="1400"/>
            </a:lvl6pPr>
            <a:lvl7pPr lvl="6" algn="r" rtl="0">
              <a:lnSpc>
                <a:spcPct val="100000"/>
              </a:lnSpc>
              <a:spcBef>
                <a:spcPts val="0"/>
              </a:spcBef>
              <a:spcAft>
                <a:spcPts val="0"/>
              </a:spcAft>
              <a:buNone/>
              <a:defRPr sz="1400"/>
            </a:lvl7pPr>
            <a:lvl8pPr lvl="7" algn="r" rtl="0">
              <a:lnSpc>
                <a:spcPct val="100000"/>
              </a:lnSpc>
              <a:spcBef>
                <a:spcPts val="0"/>
              </a:spcBef>
              <a:spcAft>
                <a:spcPts val="0"/>
              </a:spcAft>
              <a:buNone/>
              <a:defRPr sz="1400"/>
            </a:lvl8pPr>
            <a:lvl9pPr lvl="8" algn="r" rtl="0">
              <a:lnSpc>
                <a:spcPct val="100000"/>
              </a:lnSpc>
              <a:spcBef>
                <a:spcPts val="0"/>
              </a:spcBef>
              <a:spcAft>
                <a:spcPts val="0"/>
              </a:spcAft>
              <a:buNone/>
              <a:defRPr sz="1400"/>
            </a:lvl9pPr>
          </a:lstStyle>
          <a:p>
            <a:r>
              <a:rPr lang="en-US"/>
              <a:t>Click to edit Master subtitle style</a:t>
            </a:r>
            <a:endParaRPr/>
          </a:p>
        </p:txBody>
      </p:sp>
      <p:sp>
        <p:nvSpPr>
          <p:cNvPr id="238" name="Google Shape;238;p32"/>
          <p:cNvSpPr/>
          <p:nvPr/>
        </p:nvSpPr>
        <p:spPr>
          <a:xfrm>
            <a:off x="11077153" y="5758097"/>
            <a:ext cx="303371" cy="302544"/>
          </a:xfrm>
          <a:custGeom>
            <a:avLst/>
            <a:gdLst/>
            <a:ahLst/>
            <a:cxnLst/>
            <a:rect l="l" t="t" r="r" b="b"/>
            <a:pathLst>
              <a:path w="12109" h="12076" extrusionOk="0">
                <a:moveTo>
                  <a:pt x="6071" y="0"/>
                </a:moveTo>
                <a:lnTo>
                  <a:pt x="5504" y="2302"/>
                </a:lnTo>
                <a:cubicBezTo>
                  <a:pt x="5137" y="3870"/>
                  <a:pt x="3903" y="5104"/>
                  <a:pt x="2335" y="5471"/>
                </a:cubicBezTo>
                <a:lnTo>
                  <a:pt x="0" y="6005"/>
                </a:lnTo>
                <a:lnTo>
                  <a:pt x="2335" y="6572"/>
                </a:lnTo>
                <a:cubicBezTo>
                  <a:pt x="3903" y="6939"/>
                  <a:pt x="5137" y="8173"/>
                  <a:pt x="5504" y="9741"/>
                </a:cubicBezTo>
                <a:lnTo>
                  <a:pt x="6038" y="12076"/>
                </a:lnTo>
                <a:lnTo>
                  <a:pt x="6605" y="9741"/>
                </a:lnTo>
                <a:cubicBezTo>
                  <a:pt x="6972" y="8173"/>
                  <a:pt x="8206" y="6939"/>
                  <a:pt x="9774" y="6572"/>
                </a:cubicBezTo>
                <a:lnTo>
                  <a:pt x="12109" y="6038"/>
                </a:lnTo>
                <a:lnTo>
                  <a:pt x="9774" y="5471"/>
                </a:lnTo>
                <a:cubicBezTo>
                  <a:pt x="8206" y="5104"/>
                  <a:pt x="6972" y="3870"/>
                  <a:pt x="6605" y="2302"/>
                </a:cubicBezTo>
                <a:lnTo>
                  <a:pt x="6071" y="0"/>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9" name="Google Shape;239;p32"/>
          <p:cNvSpPr txBox="1">
            <a:spLocks noGrp="1"/>
          </p:cNvSpPr>
          <p:nvPr>
            <p:ph type="title"/>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cxnSp>
        <p:nvCxnSpPr>
          <p:cNvPr id="240" name="Google Shape;240;p32"/>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
        <p:nvSpPr>
          <p:cNvPr id="241" name="Google Shape;241;p32"/>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38401065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242"/>
        <p:cNvGrpSpPr/>
        <p:nvPr/>
      </p:nvGrpSpPr>
      <p:grpSpPr>
        <a:xfrm>
          <a:off x="0" y="0"/>
          <a:ext cx="0" cy="0"/>
          <a:chOff x="0" y="0"/>
          <a:chExt cx="0" cy="0"/>
        </a:xfrm>
      </p:grpSpPr>
      <p:sp>
        <p:nvSpPr>
          <p:cNvPr id="243" name="Google Shape;243;p33"/>
          <p:cNvSpPr txBox="1">
            <a:spLocks noGrp="1"/>
          </p:cNvSpPr>
          <p:nvPr>
            <p:ph type="subTitle" idx="1"/>
          </p:nvPr>
        </p:nvSpPr>
        <p:spPr>
          <a:xfrm>
            <a:off x="3132768" y="2555061"/>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44" name="Google Shape;244;p33"/>
          <p:cNvSpPr txBox="1">
            <a:spLocks noGrp="1"/>
          </p:cNvSpPr>
          <p:nvPr>
            <p:ph type="subTitle" idx="2"/>
          </p:nvPr>
        </p:nvSpPr>
        <p:spPr>
          <a:xfrm>
            <a:off x="3132767" y="2960549"/>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45" name="Google Shape;245;p33"/>
          <p:cNvSpPr txBox="1">
            <a:spLocks noGrp="1"/>
          </p:cNvSpPr>
          <p:nvPr>
            <p:ph type="subTitle" idx="3"/>
          </p:nvPr>
        </p:nvSpPr>
        <p:spPr>
          <a:xfrm>
            <a:off x="3132768" y="4532683"/>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46" name="Google Shape;246;p33"/>
          <p:cNvSpPr txBox="1">
            <a:spLocks noGrp="1"/>
          </p:cNvSpPr>
          <p:nvPr>
            <p:ph type="subTitle" idx="4"/>
          </p:nvPr>
        </p:nvSpPr>
        <p:spPr>
          <a:xfrm>
            <a:off x="3132767" y="4940616"/>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47" name="Google Shape;247;p33"/>
          <p:cNvSpPr txBox="1">
            <a:spLocks noGrp="1"/>
          </p:cNvSpPr>
          <p:nvPr>
            <p:ph type="subTitle" idx="5"/>
          </p:nvPr>
        </p:nvSpPr>
        <p:spPr>
          <a:xfrm>
            <a:off x="8340867" y="2555061"/>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48" name="Google Shape;248;p33"/>
          <p:cNvSpPr txBox="1">
            <a:spLocks noGrp="1"/>
          </p:cNvSpPr>
          <p:nvPr>
            <p:ph type="subTitle" idx="6"/>
          </p:nvPr>
        </p:nvSpPr>
        <p:spPr>
          <a:xfrm>
            <a:off x="8340867" y="2960549"/>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49" name="Google Shape;249;p33"/>
          <p:cNvSpPr txBox="1">
            <a:spLocks noGrp="1"/>
          </p:cNvSpPr>
          <p:nvPr>
            <p:ph type="subTitle" idx="7"/>
          </p:nvPr>
        </p:nvSpPr>
        <p:spPr>
          <a:xfrm>
            <a:off x="8340867" y="4535128"/>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50" name="Google Shape;250;p33"/>
          <p:cNvSpPr txBox="1">
            <a:spLocks noGrp="1"/>
          </p:cNvSpPr>
          <p:nvPr>
            <p:ph type="subTitle" idx="8"/>
          </p:nvPr>
        </p:nvSpPr>
        <p:spPr>
          <a:xfrm>
            <a:off x="8340867" y="4940616"/>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51" name="Google Shape;251;p33"/>
          <p:cNvSpPr/>
          <p:nvPr/>
        </p:nvSpPr>
        <p:spPr>
          <a:xfrm>
            <a:off x="11077153" y="5758097"/>
            <a:ext cx="303371" cy="302544"/>
          </a:xfrm>
          <a:custGeom>
            <a:avLst/>
            <a:gdLst/>
            <a:ahLst/>
            <a:cxnLst/>
            <a:rect l="l" t="t" r="r" b="b"/>
            <a:pathLst>
              <a:path w="12109" h="12076" extrusionOk="0">
                <a:moveTo>
                  <a:pt x="6071" y="0"/>
                </a:moveTo>
                <a:lnTo>
                  <a:pt x="5504" y="2302"/>
                </a:lnTo>
                <a:cubicBezTo>
                  <a:pt x="5137" y="3870"/>
                  <a:pt x="3903" y="5104"/>
                  <a:pt x="2335" y="5471"/>
                </a:cubicBezTo>
                <a:lnTo>
                  <a:pt x="0" y="6005"/>
                </a:lnTo>
                <a:lnTo>
                  <a:pt x="2335" y="6572"/>
                </a:lnTo>
                <a:cubicBezTo>
                  <a:pt x="3903" y="6939"/>
                  <a:pt x="5137" y="8173"/>
                  <a:pt x="5504" y="9741"/>
                </a:cubicBezTo>
                <a:lnTo>
                  <a:pt x="6038" y="12076"/>
                </a:lnTo>
                <a:lnTo>
                  <a:pt x="6605" y="9741"/>
                </a:lnTo>
                <a:cubicBezTo>
                  <a:pt x="6972" y="8173"/>
                  <a:pt x="8206" y="6939"/>
                  <a:pt x="9774" y="6572"/>
                </a:cubicBezTo>
                <a:lnTo>
                  <a:pt x="12109" y="6038"/>
                </a:lnTo>
                <a:lnTo>
                  <a:pt x="9774" y="5471"/>
                </a:lnTo>
                <a:cubicBezTo>
                  <a:pt x="8206" y="5104"/>
                  <a:pt x="6972" y="3870"/>
                  <a:pt x="6605" y="2302"/>
                </a:cubicBezTo>
                <a:lnTo>
                  <a:pt x="6071" y="0"/>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2" name="Google Shape;252;p33"/>
          <p:cNvSpPr txBox="1">
            <a:spLocks noGrp="1"/>
          </p:cNvSpPr>
          <p:nvPr>
            <p:ph type="title"/>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cxnSp>
        <p:nvCxnSpPr>
          <p:cNvPr id="253" name="Google Shape;253;p33"/>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
        <p:nvSpPr>
          <p:cNvPr id="254" name="Google Shape;254;p33"/>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39917809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five columns ">
  <p:cSld name="Title and five columns ">
    <p:spTree>
      <p:nvGrpSpPr>
        <p:cNvPr id="1" name="Shape 255"/>
        <p:cNvGrpSpPr/>
        <p:nvPr/>
      </p:nvGrpSpPr>
      <p:grpSpPr>
        <a:xfrm>
          <a:off x="0" y="0"/>
          <a:ext cx="0" cy="0"/>
          <a:chOff x="0" y="0"/>
          <a:chExt cx="0" cy="0"/>
        </a:xfrm>
      </p:grpSpPr>
      <p:sp>
        <p:nvSpPr>
          <p:cNvPr id="256" name="Google Shape;256;p34"/>
          <p:cNvSpPr txBox="1">
            <a:spLocks noGrp="1"/>
          </p:cNvSpPr>
          <p:nvPr>
            <p:ph type="subTitle" idx="1"/>
          </p:nvPr>
        </p:nvSpPr>
        <p:spPr>
          <a:xfrm>
            <a:off x="2667535" y="2555061"/>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57" name="Google Shape;257;p34"/>
          <p:cNvSpPr txBox="1">
            <a:spLocks noGrp="1"/>
          </p:cNvSpPr>
          <p:nvPr>
            <p:ph type="subTitle" idx="2"/>
          </p:nvPr>
        </p:nvSpPr>
        <p:spPr>
          <a:xfrm>
            <a:off x="2667533" y="2960549"/>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58" name="Google Shape;258;p34"/>
          <p:cNvSpPr txBox="1">
            <a:spLocks noGrp="1"/>
          </p:cNvSpPr>
          <p:nvPr>
            <p:ph type="subTitle" idx="3"/>
          </p:nvPr>
        </p:nvSpPr>
        <p:spPr>
          <a:xfrm>
            <a:off x="4645919" y="4535149"/>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59" name="Google Shape;259;p34"/>
          <p:cNvSpPr txBox="1">
            <a:spLocks noGrp="1"/>
          </p:cNvSpPr>
          <p:nvPr>
            <p:ph type="subTitle" idx="4"/>
          </p:nvPr>
        </p:nvSpPr>
        <p:spPr>
          <a:xfrm>
            <a:off x="4645917" y="4943083"/>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60" name="Google Shape;260;p34"/>
          <p:cNvSpPr txBox="1">
            <a:spLocks noGrp="1"/>
          </p:cNvSpPr>
          <p:nvPr>
            <p:ph type="subTitle" idx="5"/>
          </p:nvPr>
        </p:nvSpPr>
        <p:spPr>
          <a:xfrm>
            <a:off x="6626867" y="2555061"/>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61" name="Google Shape;261;p34"/>
          <p:cNvSpPr txBox="1">
            <a:spLocks noGrp="1"/>
          </p:cNvSpPr>
          <p:nvPr>
            <p:ph type="subTitle" idx="6"/>
          </p:nvPr>
        </p:nvSpPr>
        <p:spPr>
          <a:xfrm>
            <a:off x="6626867" y="2960549"/>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62" name="Google Shape;262;p34"/>
          <p:cNvSpPr txBox="1">
            <a:spLocks noGrp="1"/>
          </p:cNvSpPr>
          <p:nvPr>
            <p:ph type="subTitle" idx="7"/>
          </p:nvPr>
        </p:nvSpPr>
        <p:spPr>
          <a:xfrm>
            <a:off x="8340867" y="4535128"/>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63" name="Google Shape;263;p34"/>
          <p:cNvSpPr txBox="1">
            <a:spLocks noGrp="1"/>
          </p:cNvSpPr>
          <p:nvPr>
            <p:ph type="subTitle" idx="8"/>
          </p:nvPr>
        </p:nvSpPr>
        <p:spPr>
          <a:xfrm>
            <a:off x="8340867" y="4940616"/>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64" name="Google Shape;264;p34"/>
          <p:cNvSpPr/>
          <p:nvPr/>
        </p:nvSpPr>
        <p:spPr>
          <a:xfrm>
            <a:off x="11077153" y="5758097"/>
            <a:ext cx="303371" cy="302544"/>
          </a:xfrm>
          <a:custGeom>
            <a:avLst/>
            <a:gdLst/>
            <a:ahLst/>
            <a:cxnLst/>
            <a:rect l="l" t="t" r="r" b="b"/>
            <a:pathLst>
              <a:path w="12109" h="12076" extrusionOk="0">
                <a:moveTo>
                  <a:pt x="6071" y="0"/>
                </a:moveTo>
                <a:lnTo>
                  <a:pt x="5504" y="2302"/>
                </a:lnTo>
                <a:cubicBezTo>
                  <a:pt x="5137" y="3870"/>
                  <a:pt x="3903" y="5104"/>
                  <a:pt x="2335" y="5471"/>
                </a:cubicBezTo>
                <a:lnTo>
                  <a:pt x="0" y="6005"/>
                </a:lnTo>
                <a:lnTo>
                  <a:pt x="2335" y="6572"/>
                </a:lnTo>
                <a:cubicBezTo>
                  <a:pt x="3903" y="6939"/>
                  <a:pt x="5137" y="8173"/>
                  <a:pt x="5504" y="9741"/>
                </a:cubicBezTo>
                <a:lnTo>
                  <a:pt x="6038" y="12076"/>
                </a:lnTo>
                <a:lnTo>
                  <a:pt x="6605" y="9741"/>
                </a:lnTo>
                <a:cubicBezTo>
                  <a:pt x="6972" y="8173"/>
                  <a:pt x="8206" y="6939"/>
                  <a:pt x="9774" y="6572"/>
                </a:cubicBezTo>
                <a:lnTo>
                  <a:pt x="12109" y="6038"/>
                </a:lnTo>
                <a:lnTo>
                  <a:pt x="9774" y="5471"/>
                </a:lnTo>
                <a:cubicBezTo>
                  <a:pt x="8206" y="5104"/>
                  <a:pt x="6972" y="3870"/>
                  <a:pt x="6605" y="2302"/>
                </a:cubicBezTo>
                <a:lnTo>
                  <a:pt x="6071" y="0"/>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5" name="Google Shape;265;p34"/>
          <p:cNvSpPr txBox="1">
            <a:spLocks noGrp="1"/>
          </p:cNvSpPr>
          <p:nvPr>
            <p:ph type="title"/>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sp>
        <p:nvSpPr>
          <p:cNvPr id="266" name="Google Shape;266;p34"/>
          <p:cNvSpPr txBox="1">
            <a:spLocks noGrp="1"/>
          </p:cNvSpPr>
          <p:nvPr>
            <p:ph type="subTitle" idx="9"/>
          </p:nvPr>
        </p:nvSpPr>
        <p:spPr>
          <a:xfrm>
            <a:off x="950968" y="4535149"/>
            <a:ext cx="28976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67" name="Google Shape;267;p34"/>
          <p:cNvSpPr txBox="1">
            <a:spLocks noGrp="1"/>
          </p:cNvSpPr>
          <p:nvPr>
            <p:ph type="subTitle" idx="13"/>
          </p:nvPr>
        </p:nvSpPr>
        <p:spPr>
          <a:xfrm>
            <a:off x="950967" y="4943083"/>
            <a:ext cx="2897600" cy="7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cxnSp>
        <p:nvCxnSpPr>
          <p:cNvPr id="268" name="Google Shape;268;p34"/>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
        <p:nvSpPr>
          <p:cNvPr id="269" name="Google Shape;269;p34"/>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0" name="Google Shape;270;p34"/>
          <p:cNvSpPr/>
          <p:nvPr/>
        </p:nvSpPr>
        <p:spPr>
          <a:xfrm rot="-448633">
            <a:off x="5136024" y="3989435"/>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22131821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71"/>
        <p:cNvGrpSpPr/>
        <p:nvPr/>
      </p:nvGrpSpPr>
      <p:grpSpPr>
        <a:xfrm>
          <a:off x="0" y="0"/>
          <a:ext cx="0" cy="0"/>
          <a:chOff x="0" y="0"/>
          <a:chExt cx="0" cy="0"/>
        </a:xfrm>
      </p:grpSpPr>
      <p:sp>
        <p:nvSpPr>
          <p:cNvPr id="272" name="Google Shape;272;p35"/>
          <p:cNvSpPr/>
          <p:nvPr/>
        </p:nvSpPr>
        <p:spPr>
          <a:xfrm rot="-448633">
            <a:off x="556791" y="3967935"/>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3" name="Google Shape;273;p35"/>
          <p:cNvSpPr txBox="1">
            <a:spLocks noGrp="1"/>
          </p:cNvSpPr>
          <p:nvPr>
            <p:ph type="subTitle" idx="1"/>
          </p:nvPr>
        </p:nvSpPr>
        <p:spPr>
          <a:xfrm>
            <a:off x="7558333" y="3479015"/>
            <a:ext cx="35220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74" name="Google Shape;274;p35"/>
          <p:cNvSpPr txBox="1">
            <a:spLocks noGrp="1"/>
          </p:cNvSpPr>
          <p:nvPr>
            <p:ph type="subTitle" idx="2"/>
          </p:nvPr>
        </p:nvSpPr>
        <p:spPr>
          <a:xfrm>
            <a:off x="7558333" y="3899331"/>
            <a:ext cx="35220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75" name="Google Shape;275;p35"/>
          <p:cNvSpPr txBox="1">
            <a:spLocks noGrp="1"/>
          </p:cNvSpPr>
          <p:nvPr>
            <p:ph type="subTitle" idx="3"/>
          </p:nvPr>
        </p:nvSpPr>
        <p:spPr>
          <a:xfrm>
            <a:off x="7558333" y="1980599"/>
            <a:ext cx="35220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76" name="Google Shape;276;p35"/>
          <p:cNvSpPr txBox="1">
            <a:spLocks noGrp="1"/>
          </p:cNvSpPr>
          <p:nvPr>
            <p:ph type="subTitle" idx="4"/>
          </p:nvPr>
        </p:nvSpPr>
        <p:spPr>
          <a:xfrm>
            <a:off x="7558333" y="2400901"/>
            <a:ext cx="35220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77" name="Google Shape;277;p35"/>
          <p:cNvSpPr txBox="1">
            <a:spLocks noGrp="1"/>
          </p:cNvSpPr>
          <p:nvPr>
            <p:ph type="subTitle" idx="5"/>
          </p:nvPr>
        </p:nvSpPr>
        <p:spPr>
          <a:xfrm>
            <a:off x="7558333" y="4977431"/>
            <a:ext cx="3522000" cy="4952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78" name="Google Shape;278;p35"/>
          <p:cNvSpPr txBox="1">
            <a:spLocks noGrp="1"/>
          </p:cNvSpPr>
          <p:nvPr>
            <p:ph type="subTitle" idx="6"/>
          </p:nvPr>
        </p:nvSpPr>
        <p:spPr>
          <a:xfrm>
            <a:off x="7558333" y="5397733"/>
            <a:ext cx="35220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79" name="Google Shape;279;p35"/>
          <p:cNvSpPr txBox="1">
            <a:spLocks noGrp="1"/>
          </p:cNvSpPr>
          <p:nvPr>
            <p:ph type="subTitle" idx="7"/>
          </p:nvPr>
        </p:nvSpPr>
        <p:spPr>
          <a:xfrm>
            <a:off x="2319333" y="1980599"/>
            <a:ext cx="35220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80" name="Google Shape;280;p35"/>
          <p:cNvSpPr txBox="1">
            <a:spLocks noGrp="1"/>
          </p:cNvSpPr>
          <p:nvPr>
            <p:ph type="subTitle" idx="8"/>
          </p:nvPr>
        </p:nvSpPr>
        <p:spPr>
          <a:xfrm>
            <a:off x="2319333" y="2400901"/>
            <a:ext cx="35220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81" name="Google Shape;281;p35"/>
          <p:cNvSpPr txBox="1">
            <a:spLocks noGrp="1"/>
          </p:cNvSpPr>
          <p:nvPr>
            <p:ph type="subTitle" idx="9"/>
          </p:nvPr>
        </p:nvSpPr>
        <p:spPr>
          <a:xfrm>
            <a:off x="2319333" y="3479015"/>
            <a:ext cx="35220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82" name="Google Shape;282;p35"/>
          <p:cNvSpPr txBox="1">
            <a:spLocks noGrp="1"/>
          </p:cNvSpPr>
          <p:nvPr>
            <p:ph type="subTitle" idx="13"/>
          </p:nvPr>
        </p:nvSpPr>
        <p:spPr>
          <a:xfrm>
            <a:off x="2319333" y="3899331"/>
            <a:ext cx="35220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83" name="Google Shape;283;p35"/>
          <p:cNvSpPr txBox="1">
            <a:spLocks noGrp="1"/>
          </p:cNvSpPr>
          <p:nvPr>
            <p:ph type="subTitle" idx="14"/>
          </p:nvPr>
        </p:nvSpPr>
        <p:spPr>
          <a:xfrm>
            <a:off x="2319333" y="4977431"/>
            <a:ext cx="3522000" cy="49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r>
              <a:rPr lang="en-US"/>
              <a:t>Click to edit Master subtitle style</a:t>
            </a:r>
            <a:endParaRPr/>
          </a:p>
        </p:txBody>
      </p:sp>
      <p:sp>
        <p:nvSpPr>
          <p:cNvPr id="284" name="Google Shape;284;p35"/>
          <p:cNvSpPr txBox="1">
            <a:spLocks noGrp="1"/>
          </p:cNvSpPr>
          <p:nvPr>
            <p:ph type="subTitle" idx="15"/>
          </p:nvPr>
        </p:nvSpPr>
        <p:spPr>
          <a:xfrm>
            <a:off x="2319333" y="5397733"/>
            <a:ext cx="35220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r>
              <a:rPr lang="en-US"/>
              <a:t>Click to edit Master subtitle style</a:t>
            </a:r>
            <a:endParaRPr/>
          </a:p>
        </p:txBody>
      </p:sp>
      <p:sp>
        <p:nvSpPr>
          <p:cNvPr id="285" name="Google Shape;285;p35"/>
          <p:cNvSpPr txBox="1">
            <a:spLocks noGrp="1"/>
          </p:cNvSpPr>
          <p:nvPr>
            <p:ph type="title"/>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sp>
        <p:nvSpPr>
          <p:cNvPr id="286" name="Google Shape;286;p35"/>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cxnSp>
        <p:nvCxnSpPr>
          <p:cNvPr id="287" name="Google Shape;287;p35"/>
          <p:cNvCxnSpPr/>
          <p:nvPr/>
        </p:nvCxnSpPr>
        <p:spPr>
          <a:xfrm rot="10800000">
            <a:off x="1094333" y="1264900"/>
            <a:ext cx="1055200" cy="0"/>
          </a:xfrm>
          <a:prstGeom prst="straightConnector1">
            <a:avLst/>
          </a:prstGeom>
          <a:noFill/>
          <a:ln w="38100" cap="flat" cmpd="sng">
            <a:solidFill>
              <a:srgbClr val="6178F6"/>
            </a:solidFill>
            <a:prstDash val="solid"/>
            <a:round/>
            <a:headEnd type="none" w="med" len="med"/>
            <a:tailEnd type="none" w="med" len="med"/>
          </a:ln>
        </p:spPr>
      </p:cxnSp>
    </p:spTree>
    <p:extLst>
      <p:ext uri="{BB962C8B-B14F-4D97-AF65-F5344CB8AC3E}">
        <p14:creationId xmlns:p14="http://schemas.microsoft.com/office/powerpoint/2010/main" val="28619447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88"/>
        <p:cNvGrpSpPr/>
        <p:nvPr/>
      </p:nvGrpSpPr>
      <p:grpSpPr>
        <a:xfrm>
          <a:off x="0" y="0"/>
          <a:ext cx="0" cy="0"/>
          <a:chOff x="0" y="0"/>
          <a:chExt cx="0" cy="0"/>
        </a:xfrm>
      </p:grpSpPr>
      <p:sp>
        <p:nvSpPr>
          <p:cNvPr id="289" name="Google Shape;289;p36"/>
          <p:cNvSpPr txBox="1">
            <a:spLocks noGrp="1"/>
          </p:cNvSpPr>
          <p:nvPr>
            <p:ph type="title"/>
          </p:nvPr>
        </p:nvSpPr>
        <p:spPr>
          <a:xfrm>
            <a:off x="963167" y="763233"/>
            <a:ext cx="5132800" cy="14600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8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90" name="Google Shape;290;p36"/>
          <p:cNvSpPr txBox="1">
            <a:spLocks noGrp="1"/>
          </p:cNvSpPr>
          <p:nvPr>
            <p:ph type="subTitle" idx="1"/>
          </p:nvPr>
        </p:nvSpPr>
        <p:spPr>
          <a:xfrm>
            <a:off x="2672533" y="2459563"/>
            <a:ext cx="5132800" cy="135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r>
              <a:rPr lang="en-US"/>
              <a:t>Click to edit Master subtitle style</a:t>
            </a:r>
            <a:endParaRPr/>
          </a:p>
        </p:txBody>
      </p:sp>
      <p:sp>
        <p:nvSpPr>
          <p:cNvPr id="291" name="Google Shape;291;p36"/>
          <p:cNvSpPr txBox="1"/>
          <p:nvPr/>
        </p:nvSpPr>
        <p:spPr>
          <a:xfrm>
            <a:off x="2672533" y="4772233"/>
            <a:ext cx="5132800" cy="879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300"/>
              </a:spcBef>
              <a:spcAft>
                <a:spcPts val="0"/>
              </a:spcAft>
              <a:buNone/>
            </a:pPr>
            <a:r>
              <a:rPr lang="en" sz="1200">
                <a:solidFill>
                  <a:schemeClr val="dk1"/>
                </a:solidFill>
                <a:latin typeface="Poppins"/>
                <a:ea typeface="Poppins"/>
                <a:cs typeface="Poppins"/>
                <a:sym typeface="Poppins"/>
              </a:rPr>
              <a:t>CREDITS: This presentation template was created by </a:t>
            </a:r>
            <a:r>
              <a:rPr lang="en" sz="1200">
                <a:solidFill>
                  <a:schemeClr val="dk1"/>
                </a:solidFill>
                <a:uFill>
                  <a:noFill/>
                </a:uFill>
                <a:latin typeface="Poppins"/>
                <a:ea typeface="Poppins"/>
                <a:cs typeface="Poppins"/>
                <a:sym typeface="Poppins"/>
                <a:hlinkClick r:id="rId2">
                  <a:extLst>
                    <a:ext uri="{A12FA001-AC4F-418D-AE19-62706E023703}">
                      <ahyp:hlinkClr xmlns:ahyp="http://schemas.microsoft.com/office/drawing/2018/hyperlinkcolor" val="tx"/>
                    </a:ext>
                  </a:extLst>
                </a:hlinkClick>
              </a:rPr>
              <a:t>Slidesgo</a:t>
            </a:r>
            <a:r>
              <a:rPr lang="en" sz="1200">
                <a:solidFill>
                  <a:schemeClr val="dk1"/>
                </a:solidFill>
                <a:latin typeface="Poppins"/>
                <a:ea typeface="Poppins"/>
                <a:cs typeface="Poppins"/>
                <a:sym typeface="Poppins"/>
              </a:rPr>
              <a:t>, including icons by </a:t>
            </a:r>
            <a:r>
              <a:rPr lang="en" sz="1200">
                <a:solidFill>
                  <a:schemeClr val="dk1"/>
                </a:solidFill>
                <a:uFill>
                  <a:noFill/>
                </a:uFill>
                <a:latin typeface="Poppins"/>
                <a:ea typeface="Poppins"/>
                <a:cs typeface="Poppins"/>
                <a:sym typeface="Poppins"/>
                <a:hlinkClick r:id="rId3">
                  <a:extLst>
                    <a:ext uri="{A12FA001-AC4F-418D-AE19-62706E023703}">
                      <ahyp:hlinkClr xmlns:ahyp="http://schemas.microsoft.com/office/drawing/2018/hyperlinkcolor" val="tx"/>
                    </a:ext>
                  </a:extLst>
                </a:hlinkClick>
              </a:rPr>
              <a:t>Flaticon</a:t>
            </a:r>
            <a:r>
              <a:rPr lang="en" sz="1200">
                <a:solidFill>
                  <a:schemeClr val="dk1"/>
                </a:solidFill>
                <a:latin typeface="Poppins"/>
                <a:ea typeface="Poppins"/>
                <a:cs typeface="Poppins"/>
                <a:sym typeface="Poppins"/>
              </a:rPr>
              <a:t>, and infographics &amp; images by </a:t>
            </a:r>
            <a:r>
              <a:rPr lang="en" sz="1200">
                <a:solidFill>
                  <a:schemeClr val="dk1"/>
                </a:solidFill>
                <a:uFill>
                  <a:noFill/>
                </a:uFill>
                <a:latin typeface="Poppins"/>
                <a:ea typeface="Poppins"/>
                <a:cs typeface="Poppins"/>
                <a:sym typeface="Poppins"/>
                <a:hlinkClick r:id="rId4">
                  <a:extLst>
                    <a:ext uri="{A12FA001-AC4F-418D-AE19-62706E023703}">
                      <ahyp:hlinkClr xmlns:ahyp="http://schemas.microsoft.com/office/drawing/2018/hyperlinkcolor" val="tx"/>
                    </a:ext>
                  </a:extLst>
                </a:hlinkClick>
              </a:rPr>
              <a:t>Freepik</a:t>
            </a:r>
            <a:endParaRPr sz="1200">
              <a:solidFill>
                <a:schemeClr val="dk1"/>
              </a:solidFill>
              <a:latin typeface="Poppins"/>
              <a:ea typeface="Poppins"/>
              <a:cs typeface="Poppins"/>
              <a:sym typeface="Poppins"/>
            </a:endParaRPr>
          </a:p>
        </p:txBody>
      </p:sp>
      <p:sp>
        <p:nvSpPr>
          <p:cNvPr id="292" name="Google Shape;292;p36"/>
          <p:cNvSpPr txBox="1">
            <a:spLocks noGrp="1"/>
          </p:cNvSpPr>
          <p:nvPr>
            <p:ph type="title" idx="2"/>
          </p:nvPr>
        </p:nvSpPr>
        <p:spPr>
          <a:xfrm rot="-5400000">
            <a:off x="8123800" y="2746200"/>
            <a:ext cx="7675200" cy="884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r>
              <a:rPr lang="en-US"/>
              <a:t>Click to edit Master title style</a:t>
            </a:r>
            <a:endParaRPr/>
          </a:p>
        </p:txBody>
      </p:sp>
      <p:sp>
        <p:nvSpPr>
          <p:cNvPr id="293" name="Google Shape;293;p36"/>
          <p:cNvSpPr/>
          <p:nvPr/>
        </p:nvSpPr>
        <p:spPr>
          <a:xfrm rot="-448633">
            <a:off x="7657391" y="4333168"/>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4" name="Google Shape;294;p36"/>
          <p:cNvSpPr/>
          <p:nvPr/>
        </p:nvSpPr>
        <p:spPr>
          <a:xfrm>
            <a:off x="0" y="0"/>
            <a:ext cx="336400" cy="68580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41302083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95"/>
        <p:cNvGrpSpPr/>
        <p:nvPr/>
      </p:nvGrpSpPr>
      <p:grpSpPr>
        <a:xfrm>
          <a:off x="0" y="0"/>
          <a:ext cx="0" cy="0"/>
          <a:chOff x="0" y="0"/>
          <a:chExt cx="0" cy="0"/>
        </a:xfrm>
      </p:grpSpPr>
      <p:sp>
        <p:nvSpPr>
          <p:cNvPr id="296" name="Google Shape;296;p37"/>
          <p:cNvSpPr/>
          <p:nvPr/>
        </p:nvSpPr>
        <p:spPr>
          <a:xfrm>
            <a:off x="796339" y="749838"/>
            <a:ext cx="333660" cy="333660"/>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7" name="Google Shape;297;p37"/>
          <p:cNvSpPr/>
          <p:nvPr/>
        </p:nvSpPr>
        <p:spPr>
          <a:xfrm>
            <a:off x="11062006" y="5774505"/>
            <a:ext cx="333660" cy="333660"/>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8" name="Google Shape;298;p37"/>
          <p:cNvSpPr/>
          <p:nvPr/>
        </p:nvSpPr>
        <p:spPr>
          <a:xfrm rot="-448633">
            <a:off x="658957" y="-205600"/>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30729451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99"/>
        <p:cNvGrpSpPr/>
        <p:nvPr/>
      </p:nvGrpSpPr>
      <p:grpSpPr>
        <a:xfrm>
          <a:off x="0" y="0"/>
          <a:ext cx="0" cy="0"/>
          <a:chOff x="0" y="0"/>
          <a:chExt cx="0" cy="0"/>
        </a:xfrm>
      </p:grpSpPr>
      <p:sp>
        <p:nvSpPr>
          <p:cNvPr id="300" name="Google Shape;300;p38"/>
          <p:cNvSpPr/>
          <p:nvPr/>
        </p:nvSpPr>
        <p:spPr>
          <a:xfrm>
            <a:off x="796339" y="749838"/>
            <a:ext cx="333660" cy="333660"/>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1" name="Google Shape;301;p38"/>
          <p:cNvSpPr/>
          <p:nvPr/>
        </p:nvSpPr>
        <p:spPr>
          <a:xfrm>
            <a:off x="11062006" y="5774505"/>
            <a:ext cx="333660" cy="333660"/>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2" name="Google Shape;302;p38"/>
          <p:cNvSpPr/>
          <p:nvPr/>
        </p:nvSpPr>
        <p:spPr>
          <a:xfrm rot="-448633">
            <a:off x="556791" y="3967935"/>
            <a:ext cx="3624016" cy="3623223"/>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3" name="Google Shape;303;p38"/>
          <p:cNvSpPr txBox="1">
            <a:spLocks noGrp="1"/>
          </p:cNvSpPr>
          <p:nvPr>
            <p:ph type="title"/>
          </p:nvPr>
        </p:nvSpPr>
        <p:spPr>
          <a:xfrm rot="-5400000">
            <a:off x="8123800" y="2746200"/>
            <a:ext cx="7675200" cy="884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r>
              <a:rPr lang="en-US"/>
              <a:t>Click to edit Master title style</a:t>
            </a:r>
            <a:endParaRPr/>
          </a:p>
        </p:txBody>
      </p:sp>
    </p:spTree>
    <p:extLst>
      <p:ext uri="{BB962C8B-B14F-4D97-AF65-F5344CB8AC3E}">
        <p14:creationId xmlns:p14="http://schemas.microsoft.com/office/powerpoint/2010/main" val="1270694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307"/>
        <p:cNvGrpSpPr/>
        <p:nvPr/>
      </p:nvGrpSpPr>
      <p:grpSpPr>
        <a:xfrm>
          <a:off x="0" y="0"/>
          <a:ext cx="0" cy="0"/>
          <a:chOff x="0" y="0"/>
          <a:chExt cx="0" cy="0"/>
        </a:xfrm>
      </p:grpSpPr>
    </p:spTree>
    <p:extLst>
      <p:ext uri="{BB962C8B-B14F-4D97-AF65-F5344CB8AC3E}">
        <p14:creationId xmlns:p14="http://schemas.microsoft.com/office/powerpoint/2010/main" val="27879733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308"/>
        <p:cNvGrpSpPr/>
        <p:nvPr/>
      </p:nvGrpSpPr>
      <p:grpSpPr>
        <a:xfrm>
          <a:off x="0" y="0"/>
          <a:ext cx="0" cy="0"/>
          <a:chOff x="0" y="0"/>
          <a:chExt cx="0" cy="0"/>
        </a:xfrm>
      </p:grpSpPr>
      <p:sp>
        <p:nvSpPr>
          <p:cNvPr id="309" name="Google Shape;309;p41"/>
          <p:cNvSpPr txBox="1">
            <a:spLocks noGrp="1"/>
          </p:cNvSpPr>
          <p:nvPr>
            <p:ph type="title"/>
          </p:nvPr>
        </p:nvSpPr>
        <p:spPr>
          <a:xfrm>
            <a:off x="9557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5056042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691800" y="523400"/>
            <a:ext cx="10808400" cy="58112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 name="Google Shape;13;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 name="Google Shape;17;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8" name="Google Shape;18;p2"/>
          <p:cNvSpPr txBox="1">
            <a:spLocks noGrp="1"/>
          </p:cNvSpPr>
          <p:nvPr>
            <p:ph type="ctrTitle"/>
          </p:nvPr>
        </p:nvSpPr>
        <p:spPr>
          <a:xfrm>
            <a:off x="950967" y="1670569"/>
            <a:ext cx="5826800" cy="28684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8000"/>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9" name="Google Shape;19;p2"/>
          <p:cNvSpPr txBox="1">
            <a:spLocks noGrp="1"/>
          </p:cNvSpPr>
          <p:nvPr>
            <p:ph type="subTitle" idx="1"/>
          </p:nvPr>
        </p:nvSpPr>
        <p:spPr>
          <a:xfrm>
            <a:off x="950967" y="4553031"/>
            <a:ext cx="5826800" cy="6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15646068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5507400" y="3497933"/>
            <a:ext cx="5733600" cy="1122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60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22" name="Google Shape;22;p3"/>
          <p:cNvSpPr txBox="1">
            <a:spLocks noGrp="1"/>
          </p:cNvSpPr>
          <p:nvPr>
            <p:ph type="title" idx="2" hasCustomPrompt="1"/>
          </p:nvPr>
        </p:nvSpPr>
        <p:spPr>
          <a:xfrm>
            <a:off x="5507400" y="2237667"/>
            <a:ext cx="5733600" cy="11224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grpSp>
        <p:nvGrpSpPr>
          <p:cNvPr id="23" name="Google Shape;23;p3"/>
          <p:cNvGrpSpPr/>
          <p:nvPr/>
        </p:nvGrpSpPr>
        <p:grpSpPr>
          <a:xfrm>
            <a:off x="691800" y="523400"/>
            <a:ext cx="10808400" cy="58112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7" name="Google Shape;27;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1" name="Google Shape;31;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14294581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2"/>
        <p:cNvGrpSpPr/>
        <p:nvPr/>
      </p:nvGrpSpPr>
      <p:grpSpPr>
        <a:xfrm>
          <a:off x="0" y="0"/>
          <a:ext cx="0" cy="0"/>
          <a:chOff x="0" y="0"/>
          <a:chExt cx="0" cy="0"/>
        </a:xfrm>
      </p:grpSpPr>
      <p:sp>
        <p:nvSpPr>
          <p:cNvPr id="33" name="Google Shape;33;p4"/>
          <p:cNvSpPr txBox="1">
            <a:spLocks noGrp="1"/>
          </p:cNvSpPr>
          <p:nvPr>
            <p:ph type="body" idx="1"/>
          </p:nvPr>
        </p:nvSpPr>
        <p:spPr>
          <a:xfrm>
            <a:off x="960000" y="1621000"/>
            <a:ext cx="10281200" cy="532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SzPts val="1200"/>
              <a:buFont typeface="Nunito Light"/>
              <a:buChar char="●"/>
              <a:defRPr/>
            </a:lvl1pPr>
            <a:lvl2pPr marL="1219170" lvl="1" indent="-406390" rtl="0">
              <a:lnSpc>
                <a:spcPct val="100000"/>
              </a:lnSpc>
              <a:spcBef>
                <a:spcPts val="0"/>
              </a:spcBef>
              <a:spcAft>
                <a:spcPts val="0"/>
              </a:spcAft>
              <a:buSzPts val="1200"/>
              <a:buFont typeface="Nunito Light"/>
              <a:buChar char="○"/>
              <a:defRPr/>
            </a:lvl2pPr>
            <a:lvl3pPr marL="1828754" lvl="2" indent="-406390" rtl="0">
              <a:lnSpc>
                <a:spcPct val="100000"/>
              </a:lnSpc>
              <a:spcBef>
                <a:spcPts val="0"/>
              </a:spcBef>
              <a:spcAft>
                <a:spcPts val="0"/>
              </a:spcAft>
              <a:buSzPts val="1200"/>
              <a:buFont typeface="Nunito Light"/>
              <a:buChar char="■"/>
              <a:defRPr/>
            </a:lvl3pPr>
            <a:lvl4pPr marL="2438339" lvl="3" indent="-406390" rtl="0">
              <a:lnSpc>
                <a:spcPct val="100000"/>
              </a:lnSpc>
              <a:spcBef>
                <a:spcPts val="0"/>
              </a:spcBef>
              <a:spcAft>
                <a:spcPts val="0"/>
              </a:spcAft>
              <a:buSzPts val="1200"/>
              <a:buFont typeface="Nunito Light"/>
              <a:buChar char="●"/>
              <a:defRPr/>
            </a:lvl4pPr>
            <a:lvl5pPr marL="3047924" lvl="4" indent="-406390" rtl="0">
              <a:lnSpc>
                <a:spcPct val="100000"/>
              </a:lnSpc>
              <a:spcBef>
                <a:spcPts val="0"/>
              </a:spcBef>
              <a:spcAft>
                <a:spcPts val="0"/>
              </a:spcAft>
              <a:buSzPts val="1200"/>
              <a:buFont typeface="Nunito Light"/>
              <a:buChar char="○"/>
              <a:defRPr/>
            </a:lvl5pPr>
            <a:lvl6pPr marL="3657509" lvl="5" indent="-406390" rtl="0">
              <a:lnSpc>
                <a:spcPct val="100000"/>
              </a:lnSpc>
              <a:spcBef>
                <a:spcPts val="0"/>
              </a:spcBef>
              <a:spcAft>
                <a:spcPts val="0"/>
              </a:spcAft>
              <a:buSzPts val="1200"/>
              <a:buFont typeface="Nunito Light"/>
              <a:buChar char="■"/>
              <a:defRPr/>
            </a:lvl6pPr>
            <a:lvl7pPr marL="4267093" lvl="6" indent="-406390" rtl="0">
              <a:lnSpc>
                <a:spcPct val="100000"/>
              </a:lnSpc>
              <a:spcBef>
                <a:spcPts val="0"/>
              </a:spcBef>
              <a:spcAft>
                <a:spcPts val="0"/>
              </a:spcAft>
              <a:buSzPts val="1200"/>
              <a:buFont typeface="Nunito Light"/>
              <a:buChar char="●"/>
              <a:defRPr/>
            </a:lvl7pPr>
            <a:lvl8pPr marL="4876678" lvl="7" indent="-406390" rtl="0">
              <a:lnSpc>
                <a:spcPct val="100000"/>
              </a:lnSpc>
              <a:spcBef>
                <a:spcPts val="0"/>
              </a:spcBef>
              <a:spcAft>
                <a:spcPts val="0"/>
              </a:spcAft>
              <a:buSzPts val="1200"/>
              <a:buFont typeface="Nunito Light"/>
              <a:buChar char="○"/>
              <a:defRPr/>
            </a:lvl8pPr>
            <a:lvl9pPr marL="5486263" lvl="8" indent="-406390" rtl="0">
              <a:lnSpc>
                <a:spcPct val="100000"/>
              </a:lnSpc>
              <a:spcBef>
                <a:spcPts val="0"/>
              </a:spcBef>
              <a:spcAft>
                <a:spcPts val="0"/>
              </a:spcAft>
              <a:buSzPts val="1200"/>
              <a:buFont typeface="Nunito Light"/>
              <a:buChar char="■"/>
              <a:defRPr/>
            </a:lvl9pPr>
          </a:lstStyle>
          <a:p>
            <a:pPr lvl="0"/>
            <a:r>
              <a:rPr lang="en-US"/>
              <a:t>Edit Master text styles</a:t>
            </a:r>
          </a:p>
        </p:txBody>
      </p:sp>
      <p:grpSp>
        <p:nvGrpSpPr>
          <p:cNvPr id="34" name="Google Shape;34;p4"/>
          <p:cNvGrpSpPr/>
          <p:nvPr/>
        </p:nvGrpSpPr>
        <p:grpSpPr>
          <a:xfrm>
            <a:off x="691800" y="523400"/>
            <a:ext cx="10808400" cy="5811200"/>
            <a:chOff x="518850" y="392550"/>
            <a:chExt cx="8106300" cy="4358400"/>
          </a:xfrm>
        </p:grpSpPr>
        <p:grpSp>
          <p:nvGrpSpPr>
            <p:cNvPr id="35" name="Google Shape;35;p4"/>
            <p:cNvGrpSpPr/>
            <p:nvPr/>
          </p:nvGrpSpPr>
          <p:grpSpPr>
            <a:xfrm>
              <a:off x="518850" y="392550"/>
              <a:ext cx="8106300" cy="396000"/>
              <a:chOff x="518850" y="385283"/>
              <a:chExt cx="8106300" cy="396000"/>
            </a:xfrm>
          </p:grpSpPr>
          <p:cxnSp>
            <p:nvCxnSpPr>
              <p:cNvPr id="36" name="Google Shape;36;p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7" name="Google Shape;37;p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8" name="Google Shape;38;p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39" name="Google Shape;39;p4"/>
            <p:cNvGrpSpPr/>
            <p:nvPr/>
          </p:nvGrpSpPr>
          <p:grpSpPr>
            <a:xfrm rot="10800000">
              <a:off x="518850" y="4354950"/>
              <a:ext cx="8106300" cy="396000"/>
              <a:chOff x="518850" y="385283"/>
              <a:chExt cx="8106300" cy="396000"/>
            </a:xfrm>
          </p:grpSpPr>
          <p:cxnSp>
            <p:nvCxnSpPr>
              <p:cNvPr id="40" name="Google Shape;40;p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41" name="Google Shape;41;p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42" name="Google Shape;42;p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43" name="Google Shape;43;p4"/>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8208928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44"/>
        <p:cNvGrpSpPr/>
        <p:nvPr/>
      </p:nvGrpSpPr>
      <p:grpSpPr>
        <a:xfrm>
          <a:off x="0" y="0"/>
          <a:ext cx="0" cy="0"/>
          <a:chOff x="0" y="0"/>
          <a:chExt cx="0" cy="0"/>
        </a:xfrm>
      </p:grpSpPr>
      <p:sp>
        <p:nvSpPr>
          <p:cNvPr id="45" name="Google Shape;45;p5"/>
          <p:cNvSpPr txBox="1">
            <a:spLocks noGrp="1"/>
          </p:cNvSpPr>
          <p:nvPr>
            <p:ph type="subTitle" idx="1"/>
          </p:nvPr>
        </p:nvSpPr>
        <p:spPr>
          <a:xfrm>
            <a:off x="4896395" y="3303267"/>
            <a:ext cx="3656000" cy="221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6" name="Google Shape;46;p5"/>
          <p:cNvSpPr txBox="1">
            <a:spLocks noGrp="1"/>
          </p:cNvSpPr>
          <p:nvPr>
            <p:ph type="subTitle" idx="2"/>
          </p:nvPr>
        </p:nvSpPr>
        <p:spPr>
          <a:xfrm>
            <a:off x="960000" y="3303267"/>
            <a:ext cx="3656000" cy="221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7" name="Google Shape;47;p5"/>
          <p:cNvSpPr txBox="1">
            <a:spLocks noGrp="1"/>
          </p:cNvSpPr>
          <p:nvPr>
            <p:ph type="subTitle" idx="3"/>
          </p:nvPr>
        </p:nvSpPr>
        <p:spPr>
          <a:xfrm>
            <a:off x="960000" y="2436800"/>
            <a:ext cx="3656000" cy="74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48" name="Google Shape;48;p5"/>
          <p:cNvSpPr txBox="1">
            <a:spLocks noGrp="1"/>
          </p:cNvSpPr>
          <p:nvPr>
            <p:ph type="subTitle" idx="4"/>
          </p:nvPr>
        </p:nvSpPr>
        <p:spPr>
          <a:xfrm>
            <a:off x="4896391" y="2436800"/>
            <a:ext cx="3656000" cy="74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grpSp>
        <p:nvGrpSpPr>
          <p:cNvPr id="49" name="Google Shape;49;p5"/>
          <p:cNvGrpSpPr/>
          <p:nvPr/>
        </p:nvGrpSpPr>
        <p:grpSpPr>
          <a:xfrm>
            <a:off x="691800" y="523400"/>
            <a:ext cx="10808400" cy="58112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 name="Google Shape;52;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3" name="Google Shape;53;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7" name="Google Shape;57;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58" name="Google Shape;58;p5"/>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6052064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9"/>
        <p:cNvGrpSpPr/>
        <p:nvPr/>
      </p:nvGrpSpPr>
      <p:grpSpPr>
        <a:xfrm>
          <a:off x="0" y="0"/>
          <a:ext cx="0" cy="0"/>
          <a:chOff x="0" y="0"/>
          <a:chExt cx="0" cy="0"/>
        </a:xfrm>
      </p:grpSpPr>
      <p:grpSp>
        <p:nvGrpSpPr>
          <p:cNvPr id="60" name="Google Shape;60;p6"/>
          <p:cNvGrpSpPr/>
          <p:nvPr/>
        </p:nvGrpSpPr>
        <p:grpSpPr>
          <a:xfrm>
            <a:off x="691800" y="523400"/>
            <a:ext cx="10808400" cy="5811200"/>
            <a:chOff x="518850" y="392550"/>
            <a:chExt cx="8106300" cy="4358400"/>
          </a:xfrm>
        </p:grpSpPr>
        <p:grpSp>
          <p:nvGrpSpPr>
            <p:cNvPr id="61" name="Google Shape;61;p6"/>
            <p:cNvGrpSpPr/>
            <p:nvPr/>
          </p:nvGrpSpPr>
          <p:grpSpPr>
            <a:xfrm>
              <a:off x="518850" y="392550"/>
              <a:ext cx="8106300" cy="396000"/>
              <a:chOff x="518850" y="385283"/>
              <a:chExt cx="8106300" cy="396000"/>
            </a:xfrm>
          </p:grpSpPr>
          <p:cxnSp>
            <p:nvCxnSpPr>
              <p:cNvPr id="62" name="Google Shape;62;p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63" name="Google Shape;63;p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64" name="Google Shape;64;p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65" name="Google Shape;65;p6"/>
            <p:cNvGrpSpPr/>
            <p:nvPr/>
          </p:nvGrpSpPr>
          <p:grpSpPr>
            <a:xfrm rot="10800000">
              <a:off x="518850" y="4354950"/>
              <a:ext cx="8106300" cy="396000"/>
              <a:chOff x="518850" y="385283"/>
              <a:chExt cx="8106300" cy="396000"/>
            </a:xfrm>
          </p:grpSpPr>
          <p:cxnSp>
            <p:nvCxnSpPr>
              <p:cNvPr id="66" name="Google Shape;66;p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67" name="Google Shape;67;p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68" name="Google Shape;68;p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69" name="Google Shape;69;p6"/>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69008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0"/>
        <p:cNvGrpSpPr/>
        <p:nvPr/>
      </p:nvGrpSpPr>
      <p:grpSpPr>
        <a:xfrm>
          <a:off x="0" y="0"/>
          <a:ext cx="0" cy="0"/>
          <a:chOff x="0" y="0"/>
          <a:chExt cx="0" cy="0"/>
        </a:xfrm>
      </p:grpSpPr>
      <p:sp>
        <p:nvSpPr>
          <p:cNvPr id="71" name="Google Shape;71;p7"/>
          <p:cNvSpPr txBox="1">
            <a:spLocks noGrp="1"/>
          </p:cNvSpPr>
          <p:nvPr>
            <p:ph type="subTitle" idx="1"/>
          </p:nvPr>
        </p:nvSpPr>
        <p:spPr>
          <a:xfrm>
            <a:off x="950967" y="2534484"/>
            <a:ext cx="5742000" cy="26436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r>
              <a:rPr lang="en-US"/>
              <a:t>Click to edit Master subtitle style</a:t>
            </a:r>
            <a:endParaRPr/>
          </a:p>
        </p:txBody>
      </p:sp>
      <p:sp>
        <p:nvSpPr>
          <p:cNvPr id="72" name="Google Shape;72;p7"/>
          <p:cNvSpPr txBox="1">
            <a:spLocks noGrp="1"/>
          </p:cNvSpPr>
          <p:nvPr>
            <p:ph type="title"/>
          </p:nvPr>
        </p:nvSpPr>
        <p:spPr>
          <a:xfrm>
            <a:off x="950967" y="1679917"/>
            <a:ext cx="5742000" cy="854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73" name="Google Shape;73;p7"/>
          <p:cNvSpPr>
            <a:spLocks noGrp="1"/>
          </p:cNvSpPr>
          <p:nvPr>
            <p:ph type="pic" idx="2"/>
          </p:nvPr>
        </p:nvSpPr>
        <p:spPr>
          <a:xfrm>
            <a:off x="6692967" y="1286768"/>
            <a:ext cx="2938000" cy="4284400"/>
          </a:xfrm>
          <a:prstGeom prst="rect">
            <a:avLst/>
          </a:prstGeom>
          <a:noFill/>
          <a:ln w="19050" cap="flat" cmpd="sng">
            <a:solidFill>
              <a:schemeClr val="dk1"/>
            </a:solidFill>
            <a:prstDash val="solid"/>
            <a:round/>
            <a:headEnd type="none" w="sm" len="sm"/>
            <a:tailEnd type="none" w="sm" len="sm"/>
          </a:ln>
        </p:spPr>
      </p:sp>
      <p:grpSp>
        <p:nvGrpSpPr>
          <p:cNvPr id="74" name="Google Shape;74;p7"/>
          <p:cNvGrpSpPr/>
          <p:nvPr/>
        </p:nvGrpSpPr>
        <p:grpSpPr>
          <a:xfrm>
            <a:off x="691800" y="523400"/>
            <a:ext cx="10808400" cy="58112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78" name="Google Shape;78;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2" name="Google Shape;82;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208900828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3"/>
        <p:cNvGrpSpPr/>
        <p:nvPr/>
      </p:nvGrpSpPr>
      <p:grpSpPr>
        <a:xfrm>
          <a:off x="0" y="0"/>
          <a:ext cx="0" cy="0"/>
          <a:chOff x="0" y="0"/>
          <a:chExt cx="0" cy="0"/>
        </a:xfrm>
      </p:grpSpPr>
      <p:sp>
        <p:nvSpPr>
          <p:cNvPr id="84" name="Google Shape;84;p8"/>
          <p:cNvSpPr txBox="1">
            <a:spLocks noGrp="1"/>
          </p:cNvSpPr>
          <p:nvPr>
            <p:ph type="title"/>
          </p:nvPr>
        </p:nvSpPr>
        <p:spPr>
          <a:xfrm>
            <a:off x="3090600" y="1742800"/>
            <a:ext cx="6010800" cy="3372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grpSp>
        <p:nvGrpSpPr>
          <p:cNvPr id="85" name="Google Shape;85;p8"/>
          <p:cNvGrpSpPr/>
          <p:nvPr/>
        </p:nvGrpSpPr>
        <p:grpSpPr>
          <a:xfrm>
            <a:off x="691800" y="523400"/>
            <a:ext cx="10808400" cy="58112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8" name="Google Shape;88;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9" name="Google Shape;89;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92" name="Google Shape;92;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93" name="Google Shape;93;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6842253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847400" y="1630185"/>
            <a:ext cx="6497200" cy="261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64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96" name="Google Shape;96;p9"/>
          <p:cNvSpPr txBox="1">
            <a:spLocks noGrp="1"/>
          </p:cNvSpPr>
          <p:nvPr>
            <p:ph type="subTitle" idx="1"/>
          </p:nvPr>
        </p:nvSpPr>
        <p:spPr>
          <a:xfrm>
            <a:off x="2847400" y="4452585"/>
            <a:ext cx="6497200" cy="8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grpSp>
        <p:nvGrpSpPr>
          <p:cNvPr id="97" name="Google Shape;97;p9"/>
          <p:cNvGrpSpPr/>
          <p:nvPr/>
        </p:nvGrpSpPr>
        <p:grpSpPr>
          <a:xfrm>
            <a:off x="691800" y="523400"/>
            <a:ext cx="10808400" cy="58112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35740785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0" y="0"/>
            <a:ext cx="12192000" cy="6858000"/>
          </a:xfrm>
          <a:prstGeom prst="rect">
            <a:avLst/>
          </a:prstGeom>
          <a:noFill/>
          <a:ln>
            <a:noFill/>
          </a:ln>
        </p:spPr>
      </p:sp>
      <p:sp>
        <p:nvSpPr>
          <p:cNvPr id="108" name="Google Shape;108;p10"/>
          <p:cNvSpPr txBox="1">
            <a:spLocks noGrp="1"/>
          </p:cNvSpPr>
          <p:nvPr>
            <p:ph type="title"/>
          </p:nvPr>
        </p:nvSpPr>
        <p:spPr>
          <a:xfrm>
            <a:off x="960000" y="5352600"/>
            <a:ext cx="10272000" cy="7636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8137356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09"/>
        <p:cNvGrpSpPr/>
        <p:nvPr/>
      </p:nvGrpSpPr>
      <p:grpSpPr>
        <a:xfrm>
          <a:off x="0" y="0"/>
          <a:ext cx="0" cy="0"/>
          <a:chOff x="0" y="0"/>
          <a:chExt cx="0" cy="0"/>
        </a:xfrm>
      </p:grpSpPr>
      <p:sp>
        <p:nvSpPr>
          <p:cNvPr id="110" name="Google Shape;110;p11"/>
          <p:cNvSpPr txBox="1">
            <a:spLocks noGrp="1"/>
          </p:cNvSpPr>
          <p:nvPr>
            <p:ph type="title" hasCustomPrompt="1"/>
          </p:nvPr>
        </p:nvSpPr>
        <p:spPr>
          <a:xfrm>
            <a:off x="4147333" y="2376817"/>
            <a:ext cx="7093600" cy="12436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133"/>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111" name="Google Shape;111;p11"/>
          <p:cNvSpPr txBox="1">
            <a:spLocks noGrp="1"/>
          </p:cNvSpPr>
          <p:nvPr>
            <p:ph type="subTitle" idx="1"/>
          </p:nvPr>
        </p:nvSpPr>
        <p:spPr>
          <a:xfrm>
            <a:off x="4147333" y="3818383"/>
            <a:ext cx="7093600" cy="6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grpSp>
        <p:nvGrpSpPr>
          <p:cNvPr id="112" name="Google Shape;112;p11"/>
          <p:cNvGrpSpPr/>
          <p:nvPr/>
        </p:nvGrpSpPr>
        <p:grpSpPr>
          <a:xfrm>
            <a:off x="691800" y="523400"/>
            <a:ext cx="10808400" cy="5811200"/>
            <a:chOff x="518850" y="392550"/>
            <a:chExt cx="8106300" cy="4358400"/>
          </a:xfrm>
        </p:grpSpPr>
        <p:grpSp>
          <p:nvGrpSpPr>
            <p:cNvPr id="113" name="Google Shape;113;p11"/>
            <p:cNvGrpSpPr/>
            <p:nvPr/>
          </p:nvGrpSpPr>
          <p:grpSpPr>
            <a:xfrm>
              <a:off x="518850" y="392550"/>
              <a:ext cx="8106300" cy="396000"/>
              <a:chOff x="518850" y="385283"/>
              <a:chExt cx="8106300" cy="396000"/>
            </a:xfrm>
          </p:grpSpPr>
          <p:cxnSp>
            <p:nvCxnSpPr>
              <p:cNvPr id="114" name="Google Shape;114;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5" name="Google Shape;115;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16" name="Google Shape;116;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17" name="Google Shape;117;p11"/>
            <p:cNvGrpSpPr/>
            <p:nvPr/>
          </p:nvGrpSpPr>
          <p:grpSpPr>
            <a:xfrm rot="10800000">
              <a:off x="518850" y="4354950"/>
              <a:ext cx="8106300" cy="396000"/>
              <a:chOff x="518850" y="385283"/>
              <a:chExt cx="8106300" cy="396000"/>
            </a:xfrm>
          </p:grpSpPr>
          <p:cxnSp>
            <p:nvCxnSpPr>
              <p:cNvPr id="118" name="Google Shape;118;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20" name="Google Shape;120;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209135898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1"/>
        <p:cNvGrpSpPr/>
        <p:nvPr/>
      </p:nvGrpSpPr>
      <p:grpSpPr>
        <a:xfrm>
          <a:off x="0" y="0"/>
          <a:ext cx="0" cy="0"/>
          <a:chOff x="0" y="0"/>
          <a:chExt cx="0" cy="0"/>
        </a:xfrm>
      </p:grpSpPr>
    </p:spTree>
    <p:extLst>
      <p:ext uri="{BB962C8B-B14F-4D97-AF65-F5344CB8AC3E}">
        <p14:creationId xmlns:p14="http://schemas.microsoft.com/office/powerpoint/2010/main" val="4588695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22"/>
        <p:cNvGrpSpPr/>
        <p:nvPr/>
      </p:nvGrpSpPr>
      <p:grpSpPr>
        <a:xfrm>
          <a:off x="0" y="0"/>
          <a:ext cx="0" cy="0"/>
          <a:chOff x="0" y="0"/>
          <a:chExt cx="0" cy="0"/>
        </a:xfrm>
      </p:grpSpPr>
      <p:sp>
        <p:nvSpPr>
          <p:cNvPr id="123" name="Google Shape;123;p13"/>
          <p:cNvSpPr txBox="1">
            <a:spLocks noGrp="1"/>
          </p:cNvSpPr>
          <p:nvPr>
            <p:ph type="title" hasCustomPrompt="1"/>
          </p:nvPr>
        </p:nvSpPr>
        <p:spPr>
          <a:xfrm>
            <a:off x="960000" y="1872900"/>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4" name="Google Shape;124;p13"/>
          <p:cNvSpPr txBox="1">
            <a:spLocks noGrp="1"/>
          </p:cNvSpPr>
          <p:nvPr>
            <p:ph type="title" idx="2" hasCustomPrompt="1"/>
          </p:nvPr>
        </p:nvSpPr>
        <p:spPr>
          <a:xfrm>
            <a:off x="960000" y="4088917"/>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5" name="Google Shape;125;p13"/>
          <p:cNvSpPr txBox="1">
            <a:spLocks noGrp="1"/>
          </p:cNvSpPr>
          <p:nvPr>
            <p:ph type="title" idx="3" hasCustomPrompt="1"/>
          </p:nvPr>
        </p:nvSpPr>
        <p:spPr>
          <a:xfrm>
            <a:off x="3612237" y="1872900"/>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6" name="Google Shape;126;p13"/>
          <p:cNvSpPr txBox="1">
            <a:spLocks noGrp="1"/>
          </p:cNvSpPr>
          <p:nvPr>
            <p:ph type="title" idx="4" hasCustomPrompt="1"/>
          </p:nvPr>
        </p:nvSpPr>
        <p:spPr>
          <a:xfrm>
            <a:off x="3612237" y="4088917"/>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7" name="Google Shape;127;p13"/>
          <p:cNvSpPr txBox="1">
            <a:spLocks noGrp="1"/>
          </p:cNvSpPr>
          <p:nvPr>
            <p:ph type="title" idx="5" hasCustomPrompt="1"/>
          </p:nvPr>
        </p:nvSpPr>
        <p:spPr>
          <a:xfrm>
            <a:off x="6264473" y="1872900"/>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8" name="Google Shape;128;p13"/>
          <p:cNvSpPr txBox="1">
            <a:spLocks noGrp="1"/>
          </p:cNvSpPr>
          <p:nvPr>
            <p:ph type="title" idx="6" hasCustomPrompt="1"/>
          </p:nvPr>
        </p:nvSpPr>
        <p:spPr>
          <a:xfrm>
            <a:off x="6264473" y="4088917"/>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9" name="Google Shape;129;p13"/>
          <p:cNvSpPr txBox="1">
            <a:spLocks noGrp="1"/>
          </p:cNvSpPr>
          <p:nvPr>
            <p:ph type="subTitle" idx="1"/>
          </p:nvPr>
        </p:nvSpPr>
        <p:spPr>
          <a:xfrm>
            <a:off x="960000" y="2469691"/>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30" name="Google Shape;130;p13"/>
          <p:cNvSpPr txBox="1">
            <a:spLocks noGrp="1"/>
          </p:cNvSpPr>
          <p:nvPr>
            <p:ph type="subTitle" idx="7"/>
          </p:nvPr>
        </p:nvSpPr>
        <p:spPr>
          <a:xfrm>
            <a:off x="3612237" y="2469691"/>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31" name="Google Shape;131;p13"/>
          <p:cNvSpPr txBox="1">
            <a:spLocks noGrp="1"/>
          </p:cNvSpPr>
          <p:nvPr>
            <p:ph type="subTitle" idx="8"/>
          </p:nvPr>
        </p:nvSpPr>
        <p:spPr>
          <a:xfrm>
            <a:off x="6264473" y="2469691"/>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32" name="Google Shape;132;p13"/>
          <p:cNvSpPr txBox="1">
            <a:spLocks noGrp="1"/>
          </p:cNvSpPr>
          <p:nvPr>
            <p:ph type="subTitle" idx="9"/>
          </p:nvPr>
        </p:nvSpPr>
        <p:spPr>
          <a:xfrm>
            <a:off x="960000" y="4685664"/>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33" name="Google Shape;133;p13"/>
          <p:cNvSpPr txBox="1">
            <a:spLocks noGrp="1"/>
          </p:cNvSpPr>
          <p:nvPr>
            <p:ph type="subTitle" idx="13"/>
          </p:nvPr>
        </p:nvSpPr>
        <p:spPr>
          <a:xfrm>
            <a:off x="3612237" y="4685664"/>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34" name="Google Shape;134;p13"/>
          <p:cNvSpPr txBox="1">
            <a:spLocks noGrp="1"/>
          </p:cNvSpPr>
          <p:nvPr>
            <p:ph type="subTitle" idx="14"/>
          </p:nvPr>
        </p:nvSpPr>
        <p:spPr>
          <a:xfrm>
            <a:off x="6264473" y="4685664"/>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grpSp>
        <p:nvGrpSpPr>
          <p:cNvPr id="135" name="Google Shape;135;p13"/>
          <p:cNvGrpSpPr/>
          <p:nvPr/>
        </p:nvGrpSpPr>
        <p:grpSpPr>
          <a:xfrm>
            <a:off x="691800" y="523400"/>
            <a:ext cx="10808400" cy="5811200"/>
            <a:chOff x="518850" y="392550"/>
            <a:chExt cx="8106300" cy="4358400"/>
          </a:xfrm>
        </p:grpSpPr>
        <p:grpSp>
          <p:nvGrpSpPr>
            <p:cNvPr id="136" name="Google Shape;136;p13"/>
            <p:cNvGrpSpPr/>
            <p:nvPr/>
          </p:nvGrpSpPr>
          <p:grpSpPr>
            <a:xfrm>
              <a:off x="518850" y="392550"/>
              <a:ext cx="8106300" cy="396000"/>
              <a:chOff x="518850" y="385283"/>
              <a:chExt cx="8106300" cy="396000"/>
            </a:xfrm>
          </p:grpSpPr>
          <p:cxnSp>
            <p:nvCxnSpPr>
              <p:cNvPr id="137" name="Google Shape;137;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38" name="Google Shape;138;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9" name="Google Shape;139;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0" name="Google Shape;140;p13"/>
            <p:cNvGrpSpPr/>
            <p:nvPr/>
          </p:nvGrpSpPr>
          <p:grpSpPr>
            <a:xfrm rot="10800000">
              <a:off x="518850" y="4354950"/>
              <a:ext cx="8106300" cy="396000"/>
              <a:chOff x="518850" y="385283"/>
              <a:chExt cx="8106300" cy="396000"/>
            </a:xfrm>
          </p:grpSpPr>
          <p:cxnSp>
            <p:nvCxnSpPr>
              <p:cNvPr id="141" name="Google Shape;141;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43" name="Google Shape;143;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44" name="Google Shape;144;p13"/>
          <p:cNvSpPr txBox="1">
            <a:spLocks noGrp="1"/>
          </p:cNvSpPr>
          <p:nvPr>
            <p:ph type="title" idx="15"/>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9599425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5010733" y="2582767"/>
            <a:ext cx="4310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47" name="Google Shape;147;p14"/>
          <p:cNvSpPr txBox="1">
            <a:spLocks noGrp="1"/>
          </p:cNvSpPr>
          <p:nvPr>
            <p:ph type="subTitle" idx="1"/>
          </p:nvPr>
        </p:nvSpPr>
        <p:spPr>
          <a:xfrm>
            <a:off x="5010733" y="3244767"/>
            <a:ext cx="4310800" cy="13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grpSp>
        <p:nvGrpSpPr>
          <p:cNvPr id="148" name="Google Shape;148;p14"/>
          <p:cNvGrpSpPr/>
          <p:nvPr/>
        </p:nvGrpSpPr>
        <p:grpSpPr>
          <a:xfrm>
            <a:off x="691800" y="523400"/>
            <a:ext cx="10808400" cy="5811200"/>
            <a:chOff x="518850" y="392550"/>
            <a:chExt cx="8106300" cy="4358400"/>
          </a:xfrm>
        </p:grpSpPr>
        <p:grpSp>
          <p:nvGrpSpPr>
            <p:cNvPr id="149" name="Google Shape;149;p14"/>
            <p:cNvGrpSpPr/>
            <p:nvPr/>
          </p:nvGrpSpPr>
          <p:grpSpPr>
            <a:xfrm>
              <a:off x="518850" y="392550"/>
              <a:ext cx="8106300" cy="396000"/>
              <a:chOff x="518850" y="385283"/>
              <a:chExt cx="8106300" cy="396000"/>
            </a:xfrm>
          </p:grpSpPr>
          <p:cxnSp>
            <p:nvCxnSpPr>
              <p:cNvPr id="150" name="Google Shape;150;p1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51" name="Google Shape;151;p1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52" name="Google Shape;152;p1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53" name="Google Shape;153;p14"/>
            <p:cNvGrpSpPr/>
            <p:nvPr/>
          </p:nvGrpSpPr>
          <p:grpSpPr>
            <a:xfrm rot="10800000">
              <a:off x="518850" y="4354950"/>
              <a:ext cx="8106300" cy="396000"/>
              <a:chOff x="518850" y="385283"/>
              <a:chExt cx="8106300" cy="396000"/>
            </a:xfrm>
          </p:grpSpPr>
          <p:cxnSp>
            <p:nvCxnSpPr>
              <p:cNvPr id="154" name="Google Shape;154;p1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1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56" name="Google Shape;156;p1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330471027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57"/>
        <p:cNvGrpSpPr/>
        <p:nvPr/>
      </p:nvGrpSpPr>
      <p:grpSpPr>
        <a:xfrm>
          <a:off x="0" y="0"/>
          <a:ext cx="0" cy="0"/>
          <a:chOff x="0" y="0"/>
          <a:chExt cx="0" cy="0"/>
        </a:xfrm>
      </p:grpSpPr>
      <p:sp>
        <p:nvSpPr>
          <p:cNvPr id="158" name="Google Shape;158;p15"/>
          <p:cNvSpPr txBox="1">
            <a:spLocks noGrp="1"/>
          </p:cNvSpPr>
          <p:nvPr>
            <p:ph type="subTitle" idx="1"/>
          </p:nvPr>
        </p:nvSpPr>
        <p:spPr>
          <a:xfrm>
            <a:off x="1202467" y="3338167"/>
            <a:ext cx="2928800" cy="22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59" name="Google Shape;159;p15"/>
          <p:cNvSpPr txBox="1">
            <a:spLocks noGrp="1"/>
          </p:cNvSpPr>
          <p:nvPr>
            <p:ph type="subTitle" idx="2"/>
          </p:nvPr>
        </p:nvSpPr>
        <p:spPr>
          <a:xfrm>
            <a:off x="4631509" y="3338167"/>
            <a:ext cx="2928800" cy="22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60" name="Google Shape;160;p15"/>
          <p:cNvSpPr txBox="1">
            <a:spLocks noGrp="1"/>
          </p:cNvSpPr>
          <p:nvPr>
            <p:ph type="subTitle" idx="3"/>
          </p:nvPr>
        </p:nvSpPr>
        <p:spPr>
          <a:xfrm>
            <a:off x="8060561" y="3338167"/>
            <a:ext cx="2928800" cy="22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61" name="Google Shape;161;p15"/>
          <p:cNvSpPr txBox="1">
            <a:spLocks noGrp="1"/>
          </p:cNvSpPr>
          <p:nvPr>
            <p:ph type="subTitle" idx="4"/>
          </p:nvPr>
        </p:nvSpPr>
        <p:spPr>
          <a:xfrm>
            <a:off x="1202467" y="2145633"/>
            <a:ext cx="2928800" cy="106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62" name="Google Shape;162;p15"/>
          <p:cNvSpPr txBox="1">
            <a:spLocks noGrp="1"/>
          </p:cNvSpPr>
          <p:nvPr>
            <p:ph type="subTitle" idx="5"/>
          </p:nvPr>
        </p:nvSpPr>
        <p:spPr>
          <a:xfrm>
            <a:off x="4631515" y="2145633"/>
            <a:ext cx="2928800" cy="106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63" name="Google Shape;163;p15"/>
          <p:cNvSpPr txBox="1">
            <a:spLocks noGrp="1"/>
          </p:cNvSpPr>
          <p:nvPr>
            <p:ph type="subTitle" idx="6"/>
          </p:nvPr>
        </p:nvSpPr>
        <p:spPr>
          <a:xfrm>
            <a:off x="8060561" y="2145633"/>
            <a:ext cx="2928800" cy="106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grpSp>
        <p:nvGrpSpPr>
          <p:cNvPr id="164" name="Google Shape;164;p15"/>
          <p:cNvGrpSpPr/>
          <p:nvPr/>
        </p:nvGrpSpPr>
        <p:grpSpPr>
          <a:xfrm>
            <a:off x="691800" y="523400"/>
            <a:ext cx="10808400" cy="58112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68" name="Google Shape;168;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2" name="Google Shape;172;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73" name="Google Shape;173;p15"/>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827910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74"/>
        <p:cNvGrpSpPr/>
        <p:nvPr/>
      </p:nvGrpSpPr>
      <p:grpSpPr>
        <a:xfrm>
          <a:off x="0" y="0"/>
          <a:ext cx="0" cy="0"/>
          <a:chOff x="0" y="0"/>
          <a:chExt cx="0" cy="0"/>
        </a:xfrm>
      </p:grpSpPr>
      <p:sp>
        <p:nvSpPr>
          <p:cNvPr id="175" name="Google Shape;175;p16"/>
          <p:cNvSpPr txBox="1">
            <a:spLocks noGrp="1"/>
          </p:cNvSpPr>
          <p:nvPr>
            <p:ph type="subTitle" idx="1"/>
          </p:nvPr>
        </p:nvSpPr>
        <p:spPr>
          <a:xfrm>
            <a:off x="3095673" y="2331867"/>
            <a:ext cx="3797600" cy="1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6" name="Google Shape;176;p16"/>
          <p:cNvSpPr txBox="1">
            <a:spLocks noGrp="1"/>
          </p:cNvSpPr>
          <p:nvPr>
            <p:ph type="subTitle" idx="2"/>
          </p:nvPr>
        </p:nvSpPr>
        <p:spPr>
          <a:xfrm>
            <a:off x="7486541" y="2331867"/>
            <a:ext cx="3797600" cy="1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7" name="Google Shape;177;p16"/>
          <p:cNvSpPr txBox="1">
            <a:spLocks noGrp="1"/>
          </p:cNvSpPr>
          <p:nvPr>
            <p:ph type="subTitle" idx="3"/>
          </p:nvPr>
        </p:nvSpPr>
        <p:spPr>
          <a:xfrm>
            <a:off x="3095672" y="4545967"/>
            <a:ext cx="3797600" cy="1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8" name="Google Shape;178;p16"/>
          <p:cNvSpPr txBox="1">
            <a:spLocks noGrp="1"/>
          </p:cNvSpPr>
          <p:nvPr>
            <p:ph type="subTitle" idx="4"/>
          </p:nvPr>
        </p:nvSpPr>
        <p:spPr>
          <a:xfrm>
            <a:off x="7486541" y="4545967"/>
            <a:ext cx="3797600" cy="1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9" name="Google Shape;179;p16"/>
          <p:cNvSpPr txBox="1">
            <a:spLocks noGrp="1"/>
          </p:cNvSpPr>
          <p:nvPr>
            <p:ph type="subTitle" idx="5"/>
          </p:nvPr>
        </p:nvSpPr>
        <p:spPr>
          <a:xfrm>
            <a:off x="3095672" y="1839133"/>
            <a:ext cx="3797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80" name="Google Shape;180;p16"/>
          <p:cNvSpPr txBox="1">
            <a:spLocks noGrp="1"/>
          </p:cNvSpPr>
          <p:nvPr>
            <p:ph type="subTitle" idx="6"/>
          </p:nvPr>
        </p:nvSpPr>
        <p:spPr>
          <a:xfrm>
            <a:off x="3095672" y="4053333"/>
            <a:ext cx="3797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81" name="Google Shape;181;p16"/>
          <p:cNvSpPr txBox="1">
            <a:spLocks noGrp="1"/>
          </p:cNvSpPr>
          <p:nvPr>
            <p:ph type="subTitle" idx="7"/>
          </p:nvPr>
        </p:nvSpPr>
        <p:spPr>
          <a:xfrm>
            <a:off x="7486505" y="1839133"/>
            <a:ext cx="3797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82" name="Google Shape;182;p16"/>
          <p:cNvSpPr txBox="1">
            <a:spLocks noGrp="1"/>
          </p:cNvSpPr>
          <p:nvPr>
            <p:ph type="subTitle" idx="8"/>
          </p:nvPr>
        </p:nvSpPr>
        <p:spPr>
          <a:xfrm>
            <a:off x="7486505" y="4053333"/>
            <a:ext cx="3797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grpSp>
        <p:nvGrpSpPr>
          <p:cNvPr id="183" name="Google Shape;183;p16"/>
          <p:cNvGrpSpPr/>
          <p:nvPr/>
        </p:nvGrpSpPr>
        <p:grpSpPr>
          <a:xfrm>
            <a:off x="691800" y="523400"/>
            <a:ext cx="10808400" cy="5811200"/>
            <a:chOff x="518850" y="392550"/>
            <a:chExt cx="8106300" cy="4358400"/>
          </a:xfrm>
        </p:grpSpPr>
        <p:grpSp>
          <p:nvGrpSpPr>
            <p:cNvPr id="184" name="Google Shape;184;p16"/>
            <p:cNvGrpSpPr/>
            <p:nvPr/>
          </p:nvGrpSpPr>
          <p:grpSpPr>
            <a:xfrm>
              <a:off x="518850" y="392550"/>
              <a:ext cx="8106300" cy="396000"/>
              <a:chOff x="518850" y="385283"/>
              <a:chExt cx="8106300" cy="396000"/>
            </a:xfrm>
          </p:grpSpPr>
          <p:cxnSp>
            <p:nvCxnSpPr>
              <p:cNvPr id="185" name="Google Shape;185;p1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1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87" name="Google Shape;187;p1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88" name="Google Shape;188;p16"/>
            <p:cNvGrpSpPr/>
            <p:nvPr/>
          </p:nvGrpSpPr>
          <p:grpSpPr>
            <a:xfrm rot="10800000">
              <a:off x="518850" y="4354950"/>
              <a:ext cx="8106300" cy="396000"/>
              <a:chOff x="518850" y="385283"/>
              <a:chExt cx="8106300" cy="396000"/>
            </a:xfrm>
          </p:grpSpPr>
          <p:cxnSp>
            <p:nvCxnSpPr>
              <p:cNvPr id="189" name="Google Shape;189;p1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1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91" name="Google Shape;191;p1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92" name="Google Shape;192;p16"/>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4449895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93"/>
        <p:cNvGrpSpPr/>
        <p:nvPr/>
      </p:nvGrpSpPr>
      <p:grpSpPr>
        <a:xfrm>
          <a:off x="0" y="0"/>
          <a:ext cx="0" cy="0"/>
          <a:chOff x="0" y="0"/>
          <a:chExt cx="0" cy="0"/>
        </a:xfrm>
      </p:grpSpPr>
      <p:sp>
        <p:nvSpPr>
          <p:cNvPr id="194" name="Google Shape;194;p17"/>
          <p:cNvSpPr txBox="1">
            <a:spLocks noGrp="1"/>
          </p:cNvSpPr>
          <p:nvPr>
            <p:ph type="subTitle" idx="1"/>
          </p:nvPr>
        </p:nvSpPr>
        <p:spPr>
          <a:xfrm>
            <a:off x="960000" y="2280228"/>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5" name="Google Shape;195;p17"/>
          <p:cNvSpPr txBox="1">
            <a:spLocks noGrp="1"/>
          </p:cNvSpPr>
          <p:nvPr>
            <p:ph type="subTitle" idx="2"/>
          </p:nvPr>
        </p:nvSpPr>
        <p:spPr>
          <a:xfrm>
            <a:off x="4654600" y="2280199"/>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6" name="Google Shape;196;p17"/>
          <p:cNvSpPr txBox="1">
            <a:spLocks noGrp="1"/>
          </p:cNvSpPr>
          <p:nvPr>
            <p:ph type="subTitle" idx="3"/>
          </p:nvPr>
        </p:nvSpPr>
        <p:spPr>
          <a:xfrm>
            <a:off x="960000" y="4665067"/>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7" name="Google Shape;197;p17"/>
          <p:cNvSpPr txBox="1">
            <a:spLocks noGrp="1"/>
          </p:cNvSpPr>
          <p:nvPr>
            <p:ph type="subTitle" idx="4"/>
          </p:nvPr>
        </p:nvSpPr>
        <p:spPr>
          <a:xfrm>
            <a:off x="4654600" y="4665061"/>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8" name="Google Shape;198;p17"/>
          <p:cNvSpPr txBox="1">
            <a:spLocks noGrp="1"/>
          </p:cNvSpPr>
          <p:nvPr>
            <p:ph type="subTitle" idx="5"/>
          </p:nvPr>
        </p:nvSpPr>
        <p:spPr>
          <a:xfrm>
            <a:off x="8358225" y="2280199"/>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9" name="Google Shape;199;p17"/>
          <p:cNvSpPr txBox="1">
            <a:spLocks noGrp="1"/>
          </p:cNvSpPr>
          <p:nvPr>
            <p:ph type="subTitle" idx="6"/>
          </p:nvPr>
        </p:nvSpPr>
        <p:spPr>
          <a:xfrm>
            <a:off x="8358225" y="4665061"/>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00" name="Google Shape;200;p17"/>
          <p:cNvSpPr txBox="1">
            <a:spLocks noGrp="1"/>
          </p:cNvSpPr>
          <p:nvPr>
            <p:ph type="subTitle" idx="7"/>
          </p:nvPr>
        </p:nvSpPr>
        <p:spPr>
          <a:xfrm>
            <a:off x="960000" y="1356967"/>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201" name="Google Shape;201;p17"/>
          <p:cNvSpPr txBox="1">
            <a:spLocks noGrp="1"/>
          </p:cNvSpPr>
          <p:nvPr>
            <p:ph type="subTitle" idx="8"/>
          </p:nvPr>
        </p:nvSpPr>
        <p:spPr>
          <a:xfrm>
            <a:off x="4654600" y="1356967"/>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202" name="Google Shape;202;p17"/>
          <p:cNvSpPr txBox="1">
            <a:spLocks noGrp="1"/>
          </p:cNvSpPr>
          <p:nvPr>
            <p:ph type="subTitle" idx="9"/>
          </p:nvPr>
        </p:nvSpPr>
        <p:spPr>
          <a:xfrm>
            <a:off x="8358225" y="1356967"/>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203" name="Google Shape;203;p17"/>
          <p:cNvSpPr txBox="1">
            <a:spLocks noGrp="1"/>
          </p:cNvSpPr>
          <p:nvPr>
            <p:ph type="subTitle" idx="13"/>
          </p:nvPr>
        </p:nvSpPr>
        <p:spPr>
          <a:xfrm>
            <a:off x="960000" y="3737463"/>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204" name="Google Shape;204;p17"/>
          <p:cNvSpPr txBox="1">
            <a:spLocks noGrp="1"/>
          </p:cNvSpPr>
          <p:nvPr>
            <p:ph type="subTitle" idx="14"/>
          </p:nvPr>
        </p:nvSpPr>
        <p:spPr>
          <a:xfrm>
            <a:off x="4654600" y="3737463"/>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205" name="Google Shape;205;p17"/>
          <p:cNvSpPr txBox="1">
            <a:spLocks noGrp="1"/>
          </p:cNvSpPr>
          <p:nvPr>
            <p:ph type="subTitle" idx="15"/>
          </p:nvPr>
        </p:nvSpPr>
        <p:spPr>
          <a:xfrm>
            <a:off x="8358225" y="3737463"/>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grpSp>
        <p:nvGrpSpPr>
          <p:cNvPr id="206" name="Google Shape;206;p17"/>
          <p:cNvGrpSpPr/>
          <p:nvPr/>
        </p:nvGrpSpPr>
        <p:grpSpPr>
          <a:xfrm>
            <a:off x="691800" y="523400"/>
            <a:ext cx="10808400" cy="5811200"/>
            <a:chOff x="518850" y="392550"/>
            <a:chExt cx="8106300" cy="4358400"/>
          </a:xfrm>
        </p:grpSpPr>
        <p:grpSp>
          <p:nvGrpSpPr>
            <p:cNvPr id="207" name="Google Shape;207;p17"/>
            <p:cNvGrpSpPr/>
            <p:nvPr/>
          </p:nvGrpSpPr>
          <p:grpSpPr>
            <a:xfrm>
              <a:off x="518850" y="392550"/>
              <a:ext cx="8106300" cy="396000"/>
              <a:chOff x="518850" y="385283"/>
              <a:chExt cx="8106300" cy="396000"/>
            </a:xfrm>
          </p:grpSpPr>
          <p:cxnSp>
            <p:nvCxnSpPr>
              <p:cNvPr id="208" name="Google Shape;208;p1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09" name="Google Shape;209;p1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10" name="Google Shape;210;p1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11" name="Google Shape;211;p17"/>
            <p:cNvGrpSpPr/>
            <p:nvPr/>
          </p:nvGrpSpPr>
          <p:grpSpPr>
            <a:xfrm rot="10800000">
              <a:off x="518850" y="4354950"/>
              <a:ext cx="8106300" cy="396000"/>
              <a:chOff x="518850" y="385283"/>
              <a:chExt cx="8106300" cy="396000"/>
            </a:xfrm>
          </p:grpSpPr>
          <p:cxnSp>
            <p:nvCxnSpPr>
              <p:cNvPr id="212" name="Google Shape;212;p1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13" name="Google Shape;213;p1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14" name="Google Shape;214;p1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215" name="Google Shape;215;p17"/>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422219533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16"/>
        <p:cNvGrpSpPr/>
        <p:nvPr/>
      </p:nvGrpSpPr>
      <p:grpSpPr>
        <a:xfrm>
          <a:off x="0" y="0"/>
          <a:ext cx="0" cy="0"/>
          <a:chOff x="0" y="0"/>
          <a:chExt cx="0" cy="0"/>
        </a:xfrm>
      </p:grpSpPr>
      <p:sp>
        <p:nvSpPr>
          <p:cNvPr id="217" name="Google Shape;217;p18"/>
          <p:cNvSpPr txBox="1">
            <a:spLocks noGrp="1"/>
          </p:cNvSpPr>
          <p:nvPr>
            <p:ph type="title"/>
          </p:nvPr>
        </p:nvSpPr>
        <p:spPr>
          <a:xfrm>
            <a:off x="5310217" y="719333"/>
            <a:ext cx="5930800" cy="1411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18" name="Google Shape;218;p18"/>
          <p:cNvSpPr txBox="1">
            <a:spLocks noGrp="1"/>
          </p:cNvSpPr>
          <p:nvPr>
            <p:ph type="subTitle" idx="1"/>
          </p:nvPr>
        </p:nvSpPr>
        <p:spPr>
          <a:xfrm>
            <a:off x="5310167" y="2293233"/>
            <a:ext cx="5930800" cy="141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19" name="Google Shape;219;p18"/>
          <p:cNvSpPr txBox="1"/>
          <p:nvPr/>
        </p:nvSpPr>
        <p:spPr>
          <a:xfrm>
            <a:off x="5310000" y="4815933"/>
            <a:ext cx="5930800" cy="7416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b="1">
                <a:solidFill>
                  <a:schemeClr val="dk1"/>
                </a:solidFill>
                <a:latin typeface="Open Sans"/>
                <a:ea typeface="Open Sans"/>
                <a:cs typeface="Open Sans"/>
                <a:sym typeface="Open Sans"/>
              </a:rPr>
              <a:t>CREDITS:</a:t>
            </a:r>
            <a:r>
              <a:rPr lang="en" sz="1333">
                <a:solidFill>
                  <a:schemeClr val="dk1"/>
                </a:solidFill>
                <a:latin typeface="Open Sans"/>
                <a:ea typeface="Open Sans"/>
                <a:cs typeface="Open Sans"/>
                <a:sym typeface="Open Sans"/>
              </a:rPr>
              <a:t> This presentation template was created by </a:t>
            </a:r>
            <a:r>
              <a:rPr lang="en" sz="1333" b="1" u="sng">
                <a:solidFill>
                  <a:schemeClr val="hlink"/>
                </a:solidFill>
                <a:latin typeface="Open Sans"/>
                <a:ea typeface="Open Sans"/>
                <a:cs typeface="Open Sans"/>
                <a:sym typeface="Open Sans"/>
                <a:hlinkClick r:id="rId2"/>
              </a:rPr>
              <a:t>Slidesgo</a:t>
            </a:r>
            <a:r>
              <a:rPr lang="en" sz="1333">
                <a:solidFill>
                  <a:schemeClr val="dk1"/>
                </a:solidFill>
                <a:latin typeface="Open Sans"/>
                <a:ea typeface="Open Sans"/>
                <a:cs typeface="Open Sans"/>
                <a:sym typeface="Open Sans"/>
              </a:rPr>
              <a:t>, and includes icons by </a:t>
            </a:r>
            <a:r>
              <a:rPr lang="en" sz="1333"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Flaticon</a:t>
            </a:r>
            <a:r>
              <a:rPr lang="en" sz="1333">
                <a:solidFill>
                  <a:schemeClr val="dk1"/>
                </a:solidFill>
                <a:latin typeface="Open Sans"/>
                <a:ea typeface="Open Sans"/>
                <a:cs typeface="Open Sans"/>
                <a:sym typeface="Open Sans"/>
              </a:rPr>
              <a:t>, and infographics &amp; images by </a:t>
            </a:r>
            <a:r>
              <a:rPr lang="en" sz="1333" b="1" u="sng">
                <a:solidFill>
                  <a:schemeClr val="dk1"/>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Freepik</a:t>
            </a:r>
            <a:r>
              <a:rPr lang="en" sz="1333" u="sng">
                <a:solidFill>
                  <a:schemeClr val="dk1"/>
                </a:solidFill>
                <a:latin typeface="Open Sans"/>
                <a:ea typeface="Open Sans"/>
                <a:cs typeface="Open Sans"/>
                <a:sym typeface="Open Sans"/>
              </a:rPr>
              <a:t> </a:t>
            </a:r>
            <a:endParaRPr sz="1333" b="1" u="sng">
              <a:solidFill>
                <a:schemeClr val="dk1"/>
              </a:solidFill>
              <a:latin typeface="Open Sans"/>
              <a:ea typeface="Open Sans"/>
              <a:cs typeface="Open Sans"/>
              <a:sym typeface="Open Sans"/>
            </a:endParaRPr>
          </a:p>
        </p:txBody>
      </p:sp>
      <p:grpSp>
        <p:nvGrpSpPr>
          <p:cNvPr id="220" name="Google Shape;220;p18"/>
          <p:cNvGrpSpPr/>
          <p:nvPr/>
        </p:nvGrpSpPr>
        <p:grpSpPr>
          <a:xfrm>
            <a:off x="691800" y="523400"/>
            <a:ext cx="10808400" cy="5811200"/>
            <a:chOff x="518850" y="392550"/>
            <a:chExt cx="8106300" cy="4358400"/>
          </a:xfrm>
        </p:grpSpPr>
        <p:grpSp>
          <p:nvGrpSpPr>
            <p:cNvPr id="221" name="Google Shape;221;p18"/>
            <p:cNvGrpSpPr/>
            <p:nvPr/>
          </p:nvGrpSpPr>
          <p:grpSpPr>
            <a:xfrm>
              <a:off x="518850" y="392550"/>
              <a:ext cx="8106300" cy="396000"/>
              <a:chOff x="518850" y="385283"/>
              <a:chExt cx="8106300" cy="396000"/>
            </a:xfrm>
          </p:grpSpPr>
          <p:cxnSp>
            <p:nvCxnSpPr>
              <p:cNvPr id="222" name="Google Shape;222;p1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23" name="Google Shape;223;p1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24" name="Google Shape;224;p1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25" name="Google Shape;225;p18"/>
            <p:cNvGrpSpPr/>
            <p:nvPr/>
          </p:nvGrpSpPr>
          <p:grpSpPr>
            <a:xfrm rot="10800000">
              <a:off x="518850" y="4354950"/>
              <a:ext cx="8106300" cy="396000"/>
              <a:chOff x="518850" y="385283"/>
              <a:chExt cx="8106300" cy="396000"/>
            </a:xfrm>
          </p:grpSpPr>
          <p:cxnSp>
            <p:nvCxnSpPr>
              <p:cNvPr id="226" name="Google Shape;226;p1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27" name="Google Shape;227;p1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28" name="Google Shape;228;p1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31299670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29"/>
        <p:cNvGrpSpPr/>
        <p:nvPr/>
      </p:nvGrpSpPr>
      <p:grpSpPr>
        <a:xfrm>
          <a:off x="0" y="0"/>
          <a:ext cx="0" cy="0"/>
          <a:chOff x="0" y="0"/>
          <a:chExt cx="0" cy="0"/>
        </a:xfrm>
      </p:grpSpPr>
      <p:grpSp>
        <p:nvGrpSpPr>
          <p:cNvPr id="230" name="Google Shape;230;p19"/>
          <p:cNvGrpSpPr/>
          <p:nvPr/>
        </p:nvGrpSpPr>
        <p:grpSpPr>
          <a:xfrm>
            <a:off x="691800" y="523400"/>
            <a:ext cx="10808400" cy="58112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691794" y="1006783"/>
            <a:ext cx="4508145" cy="4844448"/>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4342400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512"/>
        <p:cNvGrpSpPr/>
        <p:nvPr/>
      </p:nvGrpSpPr>
      <p:grpSpPr>
        <a:xfrm>
          <a:off x="0" y="0"/>
          <a:ext cx="0" cy="0"/>
          <a:chOff x="0" y="0"/>
          <a:chExt cx="0" cy="0"/>
        </a:xfrm>
      </p:grpSpPr>
      <p:grpSp>
        <p:nvGrpSpPr>
          <p:cNvPr id="513" name="Google Shape;513;p20"/>
          <p:cNvGrpSpPr/>
          <p:nvPr/>
        </p:nvGrpSpPr>
        <p:grpSpPr>
          <a:xfrm>
            <a:off x="691800" y="523400"/>
            <a:ext cx="10808400" cy="58112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16" name="Google Shape;516;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17" name="Google Shape;517;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21" name="Google Shape;521;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522" name="Google Shape;522;p20"/>
          <p:cNvGrpSpPr/>
          <p:nvPr/>
        </p:nvGrpSpPr>
        <p:grpSpPr>
          <a:xfrm>
            <a:off x="7255816" y="1791113"/>
            <a:ext cx="3940493" cy="3275777"/>
            <a:chOff x="5475412" y="1860275"/>
            <a:chExt cx="2955370" cy="2456833"/>
          </a:xfrm>
        </p:grpSpPr>
        <p:sp>
          <p:nvSpPr>
            <p:cNvPr id="523" name="Google Shape;523;p20"/>
            <p:cNvSpPr/>
            <p:nvPr/>
          </p:nvSpPr>
          <p:spPr>
            <a:xfrm>
              <a:off x="5581433" y="2425462"/>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4" name="Google Shape;524;p20"/>
            <p:cNvSpPr/>
            <p:nvPr/>
          </p:nvSpPr>
          <p:spPr>
            <a:xfrm>
              <a:off x="8233235" y="2755955"/>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5" name="Google Shape;525;p20"/>
            <p:cNvSpPr/>
            <p:nvPr/>
          </p:nvSpPr>
          <p:spPr>
            <a:xfrm>
              <a:off x="5475412" y="3604065"/>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6" name="Google Shape;526;p20"/>
            <p:cNvSpPr/>
            <p:nvPr/>
          </p:nvSpPr>
          <p:spPr>
            <a:xfrm>
              <a:off x="8311913" y="3834088"/>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7" name="Google Shape;527;p20"/>
            <p:cNvSpPr/>
            <p:nvPr/>
          </p:nvSpPr>
          <p:spPr>
            <a:xfrm>
              <a:off x="8015063" y="1953753"/>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8" name="Google Shape;528;p20"/>
            <p:cNvSpPr/>
            <p:nvPr/>
          </p:nvSpPr>
          <p:spPr>
            <a:xfrm>
              <a:off x="8015063" y="2047230"/>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9" name="Google Shape;529;p20"/>
            <p:cNvSpPr/>
            <p:nvPr/>
          </p:nvSpPr>
          <p:spPr>
            <a:xfrm>
              <a:off x="8044097" y="2018709"/>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0" name="Google Shape;530;p20"/>
            <p:cNvSpPr/>
            <p:nvPr/>
          </p:nvSpPr>
          <p:spPr>
            <a:xfrm>
              <a:off x="7950107" y="2018709"/>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1" name="Google Shape;531;p20"/>
            <p:cNvSpPr/>
            <p:nvPr/>
          </p:nvSpPr>
          <p:spPr>
            <a:xfrm>
              <a:off x="7972309" y="2041936"/>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2" name="Google Shape;532;p20"/>
            <p:cNvSpPr/>
            <p:nvPr/>
          </p:nvSpPr>
          <p:spPr>
            <a:xfrm>
              <a:off x="7969121" y="2039032"/>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3" name="Google Shape;533;p20"/>
            <p:cNvSpPr/>
            <p:nvPr/>
          </p:nvSpPr>
          <p:spPr>
            <a:xfrm>
              <a:off x="8038859" y="1975898"/>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4" name="Google Shape;534;p20"/>
            <p:cNvSpPr/>
            <p:nvPr/>
          </p:nvSpPr>
          <p:spPr>
            <a:xfrm>
              <a:off x="8035159" y="1972653"/>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5" name="Google Shape;535;p20"/>
            <p:cNvSpPr/>
            <p:nvPr/>
          </p:nvSpPr>
          <p:spPr>
            <a:xfrm>
              <a:off x="7972309" y="1975898"/>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6" name="Google Shape;536;p20"/>
            <p:cNvSpPr/>
            <p:nvPr/>
          </p:nvSpPr>
          <p:spPr>
            <a:xfrm>
              <a:off x="7969121" y="1972653"/>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7" name="Google Shape;537;p20"/>
            <p:cNvSpPr/>
            <p:nvPr/>
          </p:nvSpPr>
          <p:spPr>
            <a:xfrm>
              <a:off x="8038859" y="2041936"/>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8" name="Google Shape;538;p20"/>
            <p:cNvSpPr/>
            <p:nvPr/>
          </p:nvSpPr>
          <p:spPr>
            <a:xfrm>
              <a:off x="8035159" y="2039032"/>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9" name="Google Shape;539;p20"/>
            <p:cNvSpPr/>
            <p:nvPr/>
          </p:nvSpPr>
          <p:spPr>
            <a:xfrm>
              <a:off x="8355158" y="2208282"/>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0" name="Google Shape;540;p20"/>
            <p:cNvSpPr/>
            <p:nvPr/>
          </p:nvSpPr>
          <p:spPr>
            <a:xfrm>
              <a:off x="5739149" y="2773380"/>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1" name="Google Shape;541;p20"/>
            <p:cNvSpPr/>
            <p:nvPr/>
          </p:nvSpPr>
          <p:spPr>
            <a:xfrm>
              <a:off x="6637773" y="1860275"/>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2" name="Google Shape;542;p20"/>
            <p:cNvSpPr/>
            <p:nvPr/>
          </p:nvSpPr>
          <p:spPr>
            <a:xfrm>
              <a:off x="6622459" y="2287528"/>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3" name="Google Shape;543;p20"/>
            <p:cNvSpPr/>
            <p:nvPr/>
          </p:nvSpPr>
          <p:spPr>
            <a:xfrm>
              <a:off x="6619783" y="2282746"/>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4" name="Google Shape;544;p20"/>
            <p:cNvSpPr/>
            <p:nvPr/>
          </p:nvSpPr>
          <p:spPr>
            <a:xfrm>
              <a:off x="6175621" y="2313943"/>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5" name="Google Shape;545;p20"/>
            <p:cNvSpPr/>
            <p:nvPr/>
          </p:nvSpPr>
          <p:spPr>
            <a:xfrm>
              <a:off x="6172490" y="2310755"/>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6" name="Google Shape;546;p20"/>
            <p:cNvSpPr/>
            <p:nvPr/>
          </p:nvSpPr>
          <p:spPr>
            <a:xfrm>
              <a:off x="6359445" y="2342407"/>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7" name="Google Shape;547;p20"/>
            <p:cNvSpPr/>
            <p:nvPr/>
          </p:nvSpPr>
          <p:spPr>
            <a:xfrm>
              <a:off x="6356257" y="2338764"/>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8" name="Google Shape;548;p20"/>
            <p:cNvSpPr/>
            <p:nvPr/>
          </p:nvSpPr>
          <p:spPr>
            <a:xfrm>
              <a:off x="6631966" y="2285421"/>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9" name="Google Shape;549;p20"/>
            <p:cNvSpPr/>
            <p:nvPr/>
          </p:nvSpPr>
          <p:spPr>
            <a:xfrm>
              <a:off x="6629290" y="2280127"/>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0" name="Google Shape;550;p20"/>
            <p:cNvSpPr/>
            <p:nvPr/>
          </p:nvSpPr>
          <p:spPr>
            <a:xfrm>
              <a:off x="7338003" y="2218302"/>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1" name="Google Shape;551;p20"/>
            <p:cNvSpPr/>
            <p:nvPr/>
          </p:nvSpPr>
          <p:spPr>
            <a:xfrm>
              <a:off x="7334359" y="2214658"/>
              <a:ext cx="88241"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2" name="Google Shape;552;p20"/>
            <p:cNvSpPr/>
            <p:nvPr/>
          </p:nvSpPr>
          <p:spPr>
            <a:xfrm>
              <a:off x="7468997" y="2075239"/>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3" name="Google Shape;553;p20"/>
            <p:cNvSpPr/>
            <p:nvPr/>
          </p:nvSpPr>
          <p:spPr>
            <a:xfrm>
              <a:off x="7465297" y="2072051"/>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4" name="Google Shape;554;p20"/>
            <p:cNvSpPr/>
            <p:nvPr/>
          </p:nvSpPr>
          <p:spPr>
            <a:xfrm>
              <a:off x="7587296" y="2272214"/>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5" name="Google Shape;555;p20"/>
            <p:cNvSpPr/>
            <p:nvPr/>
          </p:nvSpPr>
          <p:spPr>
            <a:xfrm>
              <a:off x="7583596" y="2269026"/>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6" name="Google Shape;556;p20"/>
            <p:cNvSpPr/>
            <p:nvPr/>
          </p:nvSpPr>
          <p:spPr>
            <a:xfrm>
              <a:off x="6112258" y="2077573"/>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7" name="Google Shape;557;p20"/>
            <p:cNvSpPr/>
            <p:nvPr/>
          </p:nvSpPr>
          <p:spPr>
            <a:xfrm>
              <a:off x="6086412"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8" name="Google Shape;558;p20"/>
            <p:cNvSpPr/>
            <p:nvPr/>
          </p:nvSpPr>
          <p:spPr>
            <a:xfrm>
              <a:off x="6083224" y="2047742"/>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9" name="Google Shape;559;p20"/>
            <p:cNvSpPr/>
            <p:nvPr/>
          </p:nvSpPr>
          <p:spPr>
            <a:xfrm>
              <a:off x="6314016"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0" name="Google Shape;560;p20"/>
            <p:cNvSpPr/>
            <p:nvPr/>
          </p:nvSpPr>
          <p:spPr>
            <a:xfrm>
              <a:off x="6310315" y="2047742"/>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1" name="Google Shape;561;p20"/>
            <p:cNvSpPr/>
            <p:nvPr/>
          </p:nvSpPr>
          <p:spPr>
            <a:xfrm>
              <a:off x="6194635" y="2159722"/>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2" name="Google Shape;562;p20"/>
            <p:cNvSpPr/>
            <p:nvPr/>
          </p:nvSpPr>
          <p:spPr>
            <a:xfrm>
              <a:off x="6191504" y="2156022"/>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3" name="Google Shape;563;p20"/>
            <p:cNvSpPr/>
            <p:nvPr/>
          </p:nvSpPr>
          <p:spPr>
            <a:xfrm>
              <a:off x="6449223" y="2065163"/>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4" name="Google Shape;564;p20"/>
            <p:cNvSpPr/>
            <p:nvPr/>
          </p:nvSpPr>
          <p:spPr>
            <a:xfrm>
              <a:off x="6446035" y="2062032"/>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5" name="Google Shape;565;p20"/>
            <p:cNvSpPr/>
            <p:nvPr/>
          </p:nvSpPr>
          <p:spPr>
            <a:xfrm>
              <a:off x="6930332" y="1988081"/>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6" name="Google Shape;566;p20"/>
            <p:cNvSpPr/>
            <p:nvPr/>
          </p:nvSpPr>
          <p:spPr>
            <a:xfrm>
              <a:off x="6927144" y="1984893"/>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7" name="Google Shape;567;p20"/>
            <p:cNvSpPr/>
            <p:nvPr/>
          </p:nvSpPr>
          <p:spPr>
            <a:xfrm>
              <a:off x="6987888" y="2066757"/>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8" name="Google Shape;568;p20"/>
            <p:cNvSpPr/>
            <p:nvPr/>
          </p:nvSpPr>
          <p:spPr>
            <a:xfrm>
              <a:off x="7051250" y="2066757"/>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9" name="Google Shape;569;p20"/>
            <p:cNvSpPr/>
            <p:nvPr/>
          </p:nvSpPr>
          <p:spPr>
            <a:xfrm>
              <a:off x="7114100" y="2066757"/>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0" name="Google Shape;570;p20"/>
            <p:cNvSpPr/>
            <p:nvPr/>
          </p:nvSpPr>
          <p:spPr>
            <a:xfrm>
              <a:off x="5743641" y="2204582"/>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1" name="Google Shape;571;p20"/>
            <p:cNvSpPr/>
            <p:nvPr/>
          </p:nvSpPr>
          <p:spPr>
            <a:xfrm>
              <a:off x="5740453" y="2201451"/>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2" name="Google Shape;572;p20"/>
            <p:cNvSpPr/>
            <p:nvPr/>
          </p:nvSpPr>
          <p:spPr>
            <a:xfrm>
              <a:off x="5914201" y="2279045"/>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3" name="Google Shape;573;p20"/>
            <p:cNvSpPr/>
            <p:nvPr/>
          </p:nvSpPr>
          <p:spPr>
            <a:xfrm>
              <a:off x="5854027" y="2279045"/>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4" name="Google Shape;574;p20"/>
            <p:cNvSpPr/>
            <p:nvPr/>
          </p:nvSpPr>
          <p:spPr>
            <a:xfrm>
              <a:off x="5794878" y="2279045"/>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5" name="Google Shape;575;p20"/>
            <p:cNvSpPr/>
            <p:nvPr/>
          </p:nvSpPr>
          <p:spPr>
            <a:xfrm>
              <a:off x="7974415" y="2277337"/>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6" name="Google Shape;576;p20"/>
            <p:cNvSpPr/>
            <p:nvPr/>
          </p:nvSpPr>
          <p:spPr>
            <a:xfrm>
              <a:off x="7970715" y="2274035"/>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7" name="Google Shape;577;p20"/>
            <p:cNvSpPr/>
            <p:nvPr/>
          </p:nvSpPr>
          <p:spPr>
            <a:xfrm>
              <a:off x="7946406" y="2402126"/>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8" name="Google Shape;578;p20"/>
            <p:cNvSpPr/>
            <p:nvPr/>
          </p:nvSpPr>
          <p:spPr>
            <a:xfrm>
              <a:off x="7942706" y="2398938"/>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9" name="Google Shape;579;p20"/>
            <p:cNvSpPr/>
            <p:nvPr/>
          </p:nvSpPr>
          <p:spPr>
            <a:xfrm>
              <a:off x="7741005" y="2150215"/>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0" name="Google Shape;580;p20"/>
            <p:cNvSpPr/>
            <p:nvPr/>
          </p:nvSpPr>
          <p:spPr>
            <a:xfrm>
              <a:off x="7737817" y="2147027"/>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1" name="Google Shape;581;p20"/>
            <p:cNvSpPr/>
            <p:nvPr/>
          </p:nvSpPr>
          <p:spPr>
            <a:xfrm>
              <a:off x="7784272" y="2170538"/>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2" name="Google Shape;582;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3" name="Google Shape;583;p20"/>
            <p:cNvSpPr/>
            <p:nvPr/>
          </p:nvSpPr>
          <p:spPr>
            <a:xfrm>
              <a:off x="6902835" y="3774116"/>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4" name="Google Shape;584;p20"/>
            <p:cNvSpPr/>
            <p:nvPr/>
          </p:nvSpPr>
          <p:spPr>
            <a:xfrm>
              <a:off x="5894162" y="2528850"/>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5" name="Google Shape;585;p20"/>
            <p:cNvSpPr/>
            <p:nvPr/>
          </p:nvSpPr>
          <p:spPr>
            <a:xfrm>
              <a:off x="5890974" y="2525662"/>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6" name="Google Shape;586;p20"/>
            <p:cNvSpPr/>
            <p:nvPr/>
          </p:nvSpPr>
          <p:spPr>
            <a:xfrm>
              <a:off x="5995041" y="2636047"/>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7" name="Google Shape;587;p20"/>
            <p:cNvSpPr/>
            <p:nvPr/>
          </p:nvSpPr>
          <p:spPr>
            <a:xfrm>
              <a:off x="5991341" y="2632916"/>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8" name="Google Shape;588;p20"/>
            <p:cNvSpPr/>
            <p:nvPr/>
          </p:nvSpPr>
          <p:spPr>
            <a:xfrm>
              <a:off x="6933520" y="2560559"/>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9" name="Google Shape;589;p20"/>
            <p:cNvSpPr/>
            <p:nvPr/>
          </p:nvSpPr>
          <p:spPr>
            <a:xfrm>
              <a:off x="6930332" y="2556859"/>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0" name="Google Shape;590;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1" name="Google Shape;591;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2" name="Google Shape;592;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3" name="Google Shape;593;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4" name="Google Shape;594;p20"/>
            <p:cNvSpPr/>
            <p:nvPr/>
          </p:nvSpPr>
          <p:spPr>
            <a:xfrm>
              <a:off x="5893081" y="3731363"/>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5" name="Google Shape;595;p20"/>
            <p:cNvSpPr/>
            <p:nvPr/>
          </p:nvSpPr>
          <p:spPr>
            <a:xfrm>
              <a:off x="5889950" y="3727662"/>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6" name="Google Shape;596;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7" name="Google Shape;597;p20"/>
            <p:cNvSpPr/>
            <p:nvPr/>
          </p:nvSpPr>
          <p:spPr>
            <a:xfrm>
              <a:off x="6431802" y="4215089"/>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8" name="Google Shape;598;p20"/>
            <p:cNvSpPr/>
            <p:nvPr/>
          </p:nvSpPr>
          <p:spPr>
            <a:xfrm>
              <a:off x="6428614" y="4211958"/>
              <a:ext cx="1044666"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9" name="Google Shape;599;p20"/>
            <p:cNvSpPr/>
            <p:nvPr/>
          </p:nvSpPr>
          <p:spPr>
            <a:xfrm>
              <a:off x="6691628" y="4215089"/>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0" name="Google Shape;600;p20"/>
            <p:cNvSpPr/>
            <p:nvPr/>
          </p:nvSpPr>
          <p:spPr>
            <a:xfrm>
              <a:off x="6687927" y="4211958"/>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1" name="Google Shape;601;p20"/>
            <p:cNvSpPr/>
            <p:nvPr/>
          </p:nvSpPr>
          <p:spPr>
            <a:xfrm>
              <a:off x="7160554" y="2782355"/>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2" name="Google Shape;602;p20"/>
            <p:cNvSpPr/>
            <p:nvPr/>
          </p:nvSpPr>
          <p:spPr>
            <a:xfrm>
              <a:off x="7157423" y="2779167"/>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3" name="Google Shape;603;p20"/>
            <p:cNvSpPr/>
            <p:nvPr/>
          </p:nvSpPr>
          <p:spPr>
            <a:xfrm>
              <a:off x="7228186" y="2854200"/>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4" name="Google Shape;604;p20"/>
            <p:cNvSpPr/>
            <p:nvPr/>
          </p:nvSpPr>
          <p:spPr>
            <a:xfrm>
              <a:off x="7592078"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5" name="Google Shape;605;p20"/>
            <p:cNvSpPr/>
            <p:nvPr/>
          </p:nvSpPr>
          <p:spPr>
            <a:xfrm>
              <a:off x="7624243" y="2824084"/>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6" name="Google Shape;606;p20"/>
            <p:cNvSpPr/>
            <p:nvPr/>
          </p:nvSpPr>
          <p:spPr>
            <a:xfrm>
              <a:off x="7653334"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7" name="Google Shape;607;p20"/>
            <p:cNvSpPr/>
            <p:nvPr/>
          </p:nvSpPr>
          <p:spPr>
            <a:xfrm>
              <a:off x="7471104" y="2903842"/>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8" name="Google Shape;608;p20"/>
            <p:cNvSpPr/>
            <p:nvPr/>
          </p:nvSpPr>
          <p:spPr>
            <a:xfrm>
              <a:off x="7471104" y="2947677"/>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9" name="Google Shape;609;p20"/>
            <p:cNvSpPr/>
            <p:nvPr/>
          </p:nvSpPr>
          <p:spPr>
            <a:xfrm>
              <a:off x="7471104" y="2991456"/>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0" name="Google Shape;610;p20"/>
            <p:cNvSpPr/>
            <p:nvPr/>
          </p:nvSpPr>
          <p:spPr>
            <a:xfrm>
              <a:off x="7453171" y="3091309"/>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1" name="Google Shape;611;p20"/>
            <p:cNvSpPr/>
            <p:nvPr/>
          </p:nvSpPr>
          <p:spPr>
            <a:xfrm>
              <a:off x="7231374" y="3221734"/>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2" name="Google Shape;612;p20"/>
            <p:cNvSpPr/>
            <p:nvPr/>
          </p:nvSpPr>
          <p:spPr>
            <a:xfrm>
              <a:off x="7231374" y="3178411"/>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3" name="Google Shape;613;p20"/>
            <p:cNvSpPr/>
            <p:nvPr/>
          </p:nvSpPr>
          <p:spPr>
            <a:xfrm>
              <a:off x="7231374" y="3134575"/>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4" name="Google Shape;614;p20"/>
            <p:cNvSpPr/>
            <p:nvPr/>
          </p:nvSpPr>
          <p:spPr>
            <a:xfrm>
              <a:off x="7417761" y="3341114"/>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5" name="Google Shape;615;p20"/>
            <p:cNvSpPr/>
            <p:nvPr/>
          </p:nvSpPr>
          <p:spPr>
            <a:xfrm>
              <a:off x="7245607" y="3341114"/>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6" name="Google Shape;616;p20"/>
            <p:cNvSpPr/>
            <p:nvPr/>
          </p:nvSpPr>
          <p:spPr>
            <a:xfrm>
              <a:off x="7245607" y="3390756"/>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7" name="Google Shape;617;p20"/>
            <p:cNvSpPr/>
            <p:nvPr/>
          </p:nvSpPr>
          <p:spPr>
            <a:xfrm>
              <a:off x="7337490" y="2894335"/>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8" name="Google Shape;618;p20"/>
            <p:cNvSpPr/>
            <p:nvPr/>
          </p:nvSpPr>
          <p:spPr>
            <a:xfrm>
              <a:off x="7333790" y="2890065"/>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9" name="Google Shape;619;p20"/>
            <p:cNvSpPr/>
            <p:nvPr/>
          </p:nvSpPr>
          <p:spPr>
            <a:xfrm>
              <a:off x="7250389" y="2883404"/>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0" name="Google Shape;620;p20"/>
            <p:cNvSpPr/>
            <p:nvPr/>
          </p:nvSpPr>
          <p:spPr>
            <a:xfrm>
              <a:off x="7249819" y="2879875"/>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1" name="Google Shape;621;p20"/>
            <p:cNvSpPr/>
            <p:nvPr/>
          </p:nvSpPr>
          <p:spPr>
            <a:xfrm>
              <a:off x="7464272" y="3113853"/>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2" name="Google Shape;622;p20"/>
            <p:cNvSpPr/>
            <p:nvPr/>
          </p:nvSpPr>
          <p:spPr>
            <a:xfrm>
              <a:off x="7461084" y="3111177"/>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3" name="Google Shape;623;p20"/>
            <p:cNvSpPr/>
            <p:nvPr/>
          </p:nvSpPr>
          <p:spPr>
            <a:xfrm>
              <a:off x="7495925" y="3135657"/>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4" name="Google Shape;624;p20"/>
            <p:cNvSpPr/>
            <p:nvPr/>
          </p:nvSpPr>
          <p:spPr>
            <a:xfrm>
              <a:off x="7492224" y="3132469"/>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5" name="Google Shape;625;p20"/>
            <p:cNvSpPr/>
            <p:nvPr/>
          </p:nvSpPr>
          <p:spPr>
            <a:xfrm>
              <a:off x="7504920" y="3149434"/>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6" name="Google Shape;626;p20"/>
            <p:cNvSpPr/>
            <p:nvPr/>
          </p:nvSpPr>
          <p:spPr>
            <a:xfrm>
              <a:off x="7501219" y="3146246"/>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7" name="Google Shape;627;p20"/>
            <p:cNvSpPr/>
            <p:nvPr/>
          </p:nvSpPr>
          <p:spPr>
            <a:xfrm>
              <a:off x="7526553" y="3166797"/>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8" name="Google Shape;628;p20"/>
            <p:cNvSpPr/>
            <p:nvPr/>
          </p:nvSpPr>
          <p:spPr>
            <a:xfrm>
              <a:off x="7523422" y="3163097"/>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9" name="Google Shape;629;p20"/>
            <p:cNvSpPr/>
            <p:nvPr/>
          </p:nvSpPr>
          <p:spPr>
            <a:xfrm>
              <a:off x="7495412" y="3128939"/>
              <a:ext cx="49188" cy="55905"/>
            </a:xfrm>
            <a:custGeom>
              <a:avLst/>
              <a:gdLst/>
              <a:ahLst/>
              <a:cxnLst/>
              <a:rect l="l" t="t" r="r" b="b"/>
              <a:pathLst>
                <a:path w="864" h="982" extrusionOk="0">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0" name="Google Shape;630;p20"/>
            <p:cNvSpPr/>
            <p:nvPr/>
          </p:nvSpPr>
          <p:spPr>
            <a:xfrm>
              <a:off x="7493818" y="3127231"/>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1" name="Google Shape;631;p20"/>
            <p:cNvSpPr/>
            <p:nvPr/>
          </p:nvSpPr>
          <p:spPr>
            <a:xfrm>
              <a:off x="7482205" y="3116130"/>
              <a:ext cx="19072" cy="18502"/>
            </a:xfrm>
            <a:custGeom>
              <a:avLst/>
              <a:gdLst/>
              <a:ahLst/>
              <a:cxnLst/>
              <a:rect l="l" t="t" r="r" b="b"/>
              <a:pathLst>
                <a:path w="335" h="325" extrusionOk="0">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2" name="Google Shape;632;p20"/>
            <p:cNvSpPr/>
            <p:nvPr/>
          </p:nvSpPr>
          <p:spPr>
            <a:xfrm>
              <a:off x="7481123" y="3114536"/>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3" name="Google Shape;633;p20"/>
            <p:cNvSpPr/>
            <p:nvPr/>
          </p:nvSpPr>
          <p:spPr>
            <a:xfrm>
              <a:off x="7487499" y="3121937"/>
              <a:ext cx="18502" cy="18218"/>
            </a:xfrm>
            <a:custGeom>
              <a:avLst/>
              <a:gdLst/>
              <a:ahLst/>
              <a:cxnLst/>
              <a:rect l="l" t="t" r="r" b="b"/>
              <a:pathLst>
                <a:path w="325" h="320" extrusionOk="0">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4" name="Google Shape;634;p20"/>
            <p:cNvSpPr/>
            <p:nvPr/>
          </p:nvSpPr>
          <p:spPr>
            <a:xfrm>
              <a:off x="7485905" y="3120115"/>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5" name="Google Shape;635;p20"/>
            <p:cNvSpPr/>
            <p:nvPr/>
          </p:nvSpPr>
          <p:spPr>
            <a:xfrm>
              <a:off x="6932439" y="3332119"/>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6" name="Google Shape;636;p20"/>
            <p:cNvSpPr/>
            <p:nvPr/>
          </p:nvSpPr>
          <p:spPr>
            <a:xfrm>
              <a:off x="6929251" y="3328419"/>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7" name="Google Shape;637;p20"/>
            <p:cNvSpPr/>
            <p:nvPr/>
          </p:nvSpPr>
          <p:spPr>
            <a:xfrm>
              <a:off x="6626671" y="3327906"/>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8" name="Google Shape;638;p20"/>
            <p:cNvSpPr/>
            <p:nvPr/>
          </p:nvSpPr>
          <p:spPr>
            <a:xfrm>
              <a:off x="6623483" y="3324718"/>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9" name="Google Shape;639;p20"/>
            <p:cNvSpPr/>
            <p:nvPr/>
          </p:nvSpPr>
          <p:spPr>
            <a:xfrm>
              <a:off x="6695328" y="3411877"/>
              <a:ext cx="136290" cy="100937"/>
            </a:xfrm>
            <a:custGeom>
              <a:avLst/>
              <a:gdLst/>
              <a:ahLst/>
              <a:cxnLst/>
              <a:rect l="l" t="t" r="r" b="b"/>
              <a:pathLst>
                <a:path w="2394" h="1773" extrusionOk="0">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0" name="Google Shape;640;p20"/>
            <p:cNvSpPr/>
            <p:nvPr/>
          </p:nvSpPr>
          <p:spPr>
            <a:xfrm>
              <a:off x="6692140" y="3408689"/>
              <a:ext cx="142667" cy="107768"/>
            </a:xfrm>
            <a:custGeom>
              <a:avLst/>
              <a:gdLst/>
              <a:ahLst/>
              <a:cxnLst/>
              <a:rect l="l" t="t" r="r" b="b"/>
              <a:pathLst>
                <a:path w="2506" h="1893" extrusionOk="0">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1" name="Google Shape;641;p20"/>
            <p:cNvSpPr/>
            <p:nvPr/>
          </p:nvSpPr>
          <p:spPr>
            <a:xfrm>
              <a:off x="6695328" y="3425597"/>
              <a:ext cx="136290" cy="37232"/>
            </a:xfrm>
            <a:custGeom>
              <a:avLst/>
              <a:gdLst/>
              <a:ahLst/>
              <a:cxnLst/>
              <a:rect l="l" t="t" r="r" b="b"/>
              <a:pathLst>
                <a:path w="2394" h="654" extrusionOk="0">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2" name="Google Shape;642;p20"/>
            <p:cNvSpPr/>
            <p:nvPr/>
          </p:nvSpPr>
          <p:spPr>
            <a:xfrm>
              <a:off x="6693734" y="3422409"/>
              <a:ext cx="139479" cy="43381"/>
            </a:xfrm>
            <a:custGeom>
              <a:avLst/>
              <a:gdLst/>
              <a:ahLst/>
              <a:cxnLst/>
              <a:rect l="l" t="t" r="r" b="b"/>
              <a:pathLst>
                <a:path w="2450" h="762" extrusionOk="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3" name="Google Shape;643;p20"/>
            <p:cNvSpPr/>
            <p:nvPr/>
          </p:nvSpPr>
          <p:spPr>
            <a:xfrm>
              <a:off x="6732275" y="3079126"/>
              <a:ext cx="373973" cy="201817"/>
            </a:xfrm>
            <a:custGeom>
              <a:avLst/>
              <a:gdLst/>
              <a:ahLst/>
              <a:cxnLst/>
              <a:rect l="l" t="t" r="r" b="b"/>
              <a:pathLst>
                <a:path w="6569" h="3545" extrusionOk="0">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4" name="Google Shape;644;p20"/>
            <p:cNvSpPr/>
            <p:nvPr/>
          </p:nvSpPr>
          <p:spPr>
            <a:xfrm>
              <a:off x="6732275" y="3083908"/>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5" name="Google Shape;645;p20"/>
            <p:cNvSpPr/>
            <p:nvPr/>
          </p:nvSpPr>
          <p:spPr>
            <a:xfrm>
              <a:off x="6728575" y="3080720"/>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6" name="Google Shape;646;p20"/>
            <p:cNvSpPr/>
            <p:nvPr/>
          </p:nvSpPr>
          <p:spPr>
            <a:xfrm>
              <a:off x="6793531" y="3145164"/>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7" name="Google Shape;647;p20"/>
            <p:cNvSpPr/>
            <p:nvPr/>
          </p:nvSpPr>
          <p:spPr>
            <a:xfrm>
              <a:off x="6942971" y="3145164"/>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8" name="Google Shape;648;p20"/>
            <p:cNvSpPr/>
            <p:nvPr/>
          </p:nvSpPr>
          <p:spPr>
            <a:xfrm>
              <a:off x="6793531" y="3208526"/>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9" name="Google Shape;649;p20"/>
            <p:cNvSpPr/>
            <p:nvPr/>
          </p:nvSpPr>
          <p:spPr>
            <a:xfrm>
              <a:off x="6893328" y="3175280"/>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0" name="Google Shape;650;p20"/>
            <p:cNvSpPr/>
            <p:nvPr/>
          </p:nvSpPr>
          <p:spPr>
            <a:xfrm>
              <a:off x="6793531" y="3175280"/>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1" name="Google Shape;651;p20"/>
            <p:cNvSpPr/>
            <p:nvPr/>
          </p:nvSpPr>
          <p:spPr>
            <a:xfrm>
              <a:off x="6931926" y="3208526"/>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2" name="Google Shape;652;p20"/>
            <p:cNvSpPr/>
            <p:nvPr/>
          </p:nvSpPr>
          <p:spPr>
            <a:xfrm>
              <a:off x="6732275" y="2787650"/>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3" name="Google Shape;653;p20"/>
            <p:cNvSpPr/>
            <p:nvPr/>
          </p:nvSpPr>
          <p:spPr>
            <a:xfrm>
              <a:off x="6728575" y="2783949"/>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4" name="Google Shape;654;p20"/>
            <p:cNvSpPr/>
            <p:nvPr/>
          </p:nvSpPr>
          <p:spPr>
            <a:xfrm>
              <a:off x="6997395"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5" name="Google Shape;655;p20"/>
            <p:cNvSpPr/>
            <p:nvPr/>
          </p:nvSpPr>
          <p:spPr>
            <a:xfrm>
              <a:off x="7035424"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6" name="Google Shape;656;p20"/>
            <p:cNvSpPr/>
            <p:nvPr/>
          </p:nvSpPr>
          <p:spPr>
            <a:xfrm>
              <a:off x="7073452" y="2799263"/>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7" name="Google Shape;657;p20"/>
            <p:cNvSpPr/>
            <p:nvPr/>
          </p:nvSpPr>
          <p:spPr>
            <a:xfrm>
              <a:off x="6833154" y="2829891"/>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8" name="Google Shape;658;p20"/>
            <p:cNvSpPr/>
            <p:nvPr/>
          </p:nvSpPr>
          <p:spPr>
            <a:xfrm>
              <a:off x="6829966" y="2826703"/>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9" name="Google Shape;659;p20"/>
            <p:cNvSpPr/>
            <p:nvPr/>
          </p:nvSpPr>
          <p:spPr>
            <a:xfrm>
              <a:off x="6851656" y="2848393"/>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0" name="Google Shape;660;p20"/>
            <p:cNvSpPr/>
            <p:nvPr/>
          </p:nvSpPr>
          <p:spPr>
            <a:xfrm>
              <a:off x="6848468" y="2845205"/>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1" name="Google Shape;661;p20"/>
            <p:cNvSpPr/>
            <p:nvPr/>
          </p:nvSpPr>
          <p:spPr>
            <a:xfrm>
              <a:off x="6915018" y="2877939"/>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2" name="Google Shape;662;p20"/>
            <p:cNvSpPr/>
            <p:nvPr/>
          </p:nvSpPr>
          <p:spPr>
            <a:xfrm>
              <a:off x="6909724" y="2906973"/>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3" name="Google Shape;663;p20"/>
            <p:cNvSpPr/>
            <p:nvPr/>
          </p:nvSpPr>
          <p:spPr>
            <a:xfrm>
              <a:off x="6906536" y="2903842"/>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4" name="Google Shape;664;p20"/>
            <p:cNvSpPr/>
            <p:nvPr/>
          </p:nvSpPr>
          <p:spPr>
            <a:xfrm>
              <a:off x="6131273" y="2776548"/>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5" name="Google Shape;665;p20"/>
            <p:cNvSpPr/>
            <p:nvPr/>
          </p:nvSpPr>
          <p:spPr>
            <a:xfrm>
              <a:off x="6127572" y="2773360"/>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6" name="Google Shape;666;p20"/>
            <p:cNvSpPr/>
            <p:nvPr/>
          </p:nvSpPr>
          <p:spPr>
            <a:xfrm>
              <a:off x="6317204" y="2829094"/>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7" name="Google Shape;667;p20"/>
            <p:cNvSpPr/>
            <p:nvPr/>
          </p:nvSpPr>
          <p:spPr>
            <a:xfrm>
              <a:off x="6322441" y="2825678"/>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8" name="Google Shape;668;p20"/>
            <p:cNvSpPr/>
            <p:nvPr/>
          </p:nvSpPr>
          <p:spPr>
            <a:xfrm>
              <a:off x="6370547" y="2912780"/>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9" name="Google Shape;669;p20"/>
            <p:cNvSpPr/>
            <p:nvPr/>
          </p:nvSpPr>
          <p:spPr>
            <a:xfrm>
              <a:off x="6366846" y="2909649"/>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0" name="Google Shape;670;p20"/>
            <p:cNvSpPr/>
            <p:nvPr/>
          </p:nvSpPr>
          <p:spPr>
            <a:xfrm>
              <a:off x="6386885" y="2864731"/>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1" name="Google Shape;671;p20"/>
            <p:cNvSpPr/>
            <p:nvPr/>
          </p:nvSpPr>
          <p:spPr>
            <a:xfrm>
              <a:off x="6383697" y="2861031"/>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2" name="Google Shape;672;p20"/>
            <p:cNvSpPr/>
            <p:nvPr/>
          </p:nvSpPr>
          <p:spPr>
            <a:xfrm>
              <a:off x="6246953" y="3037967"/>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3" name="Google Shape;673;p20"/>
            <p:cNvSpPr/>
            <p:nvPr/>
          </p:nvSpPr>
          <p:spPr>
            <a:xfrm>
              <a:off x="6243765" y="3034779"/>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4" name="Google Shape;674;p20"/>
            <p:cNvSpPr/>
            <p:nvPr/>
          </p:nvSpPr>
          <p:spPr>
            <a:xfrm>
              <a:off x="6246953" y="3133038"/>
              <a:ext cx="324843" cy="58638"/>
            </a:xfrm>
            <a:custGeom>
              <a:avLst/>
              <a:gdLst/>
              <a:ahLst/>
              <a:cxnLst/>
              <a:rect l="l" t="t" r="r" b="b"/>
              <a:pathLst>
                <a:path w="5706" h="1030" extrusionOk="0">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5" name="Google Shape;675;p20"/>
            <p:cNvSpPr/>
            <p:nvPr/>
          </p:nvSpPr>
          <p:spPr>
            <a:xfrm>
              <a:off x="6243765" y="3129850"/>
              <a:ext cx="331731" cy="65526"/>
            </a:xfrm>
            <a:custGeom>
              <a:avLst/>
              <a:gdLst/>
              <a:ahLst/>
              <a:cxnLst/>
              <a:rect l="l" t="t" r="r" b="b"/>
              <a:pathLst>
                <a:path w="5827" h="1151" extrusionOk="0">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6" name="Google Shape;676;p20"/>
            <p:cNvSpPr/>
            <p:nvPr/>
          </p:nvSpPr>
          <p:spPr>
            <a:xfrm>
              <a:off x="6362576" y="3211714"/>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7" name="Google Shape;677;p20"/>
            <p:cNvSpPr/>
            <p:nvPr/>
          </p:nvSpPr>
          <p:spPr>
            <a:xfrm>
              <a:off x="6608682" y="2809681"/>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8" name="Google Shape;678;p20"/>
            <p:cNvSpPr/>
            <p:nvPr/>
          </p:nvSpPr>
          <p:spPr>
            <a:xfrm>
              <a:off x="6608682" y="2809681"/>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9" name="Google Shape;679;p20"/>
            <p:cNvSpPr/>
            <p:nvPr/>
          </p:nvSpPr>
          <p:spPr>
            <a:xfrm>
              <a:off x="6131273" y="3328419"/>
              <a:ext cx="460564" cy="268880"/>
            </a:xfrm>
            <a:custGeom>
              <a:avLst/>
              <a:gdLst/>
              <a:ahLst/>
              <a:cxnLst/>
              <a:rect l="l" t="t" r="r" b="b"/>
              <a:pathLst>
                <a:path w="8090" h="4723" extrusionOk="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0" name="Google Shape;680;p20"/>
            <p:cNvSpPr/>
            <p:nvPr/>
          </p:nvSpPr>
          <p:spPr>
            <a:xfrm>
              <a:off x="6466643" y="3355346"/>
              <a:ext cx="71903" cy="201248"/>
            </a:xfrm>
            <a:custGeom>
              <a:avLst/>
              <a:gdLst/>
              <a:ahLst/>
              <a:cxnLst/>
              <a:rect l="l" t="t" r="r" b="b"/>
              <a:pathLst>
                <a:path w="1263" h="3535" extrusionOk="0">
                  <a:moveTo>
                    <a:pt x="0" y="1"/>
                  </a:moveTo>
                  <a:lnTo>
                    <a:pt x="0" y="3535"/>
                  </a:lnTo>
                  <a:lnTo>
                    <a:pt x="1262" y="353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1" name="Google Shape;681;p20"/>
            <p:cNvSpPr/>
            <p:nvPr/>
          </p:nvSpPr>
          <p:spPr>
            <a:xfrm>
              <a:off x="6463455" y="3352158"/>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2" name="Google Shape;682;p20"/>
            <p:cNvSpPr/>
            <p:nvPr/>
          </p:nvSpPr>
          <p:spPr>
            <a:xfrm>
              <a:off x="6365252" y="3443017"/>
              <a:ext cx="71846" cy="113575"/>
            </a:xfrm>
            <a:custGeom>
              <a:avLst/>
              <a:gdLst/>
              <a:ahLst/>
              <a:cxnLst/>
              <a:rect l="l" t="t" r="r" b="b"/>
              <a:pathLst>
                <a:path w="1262" h="1995" extrusionOk="0">
                  <a:moveTo>
                    <a:pt x="0" y="1"/>
                  </a:moveTo>
                  <a:lnTo>
                    <a:pt x="0" y="1995"/>
                  </a:lnTo>
                  <a:lnTo>
                    <a:pt x="1262" y="199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3" name="Google Shape;683;p20"/>
            <p:cNvSpPr/>
            <p:nvPr/>
          </p:nvSpPr>
          <p:spPr>
            <a:xfrm>
              <a:off x="6362064" y="3439829"/>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4" name="Google Shape;684;p20"/>
            <p:cNvSpPr/>
            <p:nvPr/>
          </p:nvSpPr>
          <p:spPr>
            <a:xfrm>
              <a:off x="6461861" y="3355346"/>
              <a:ext cx="71390" cy="194416"/>
            </a:xfrm>
            <a:custGeom>
              <a:avLst/>
              <a:gdLst/>
              <a:ahLst/>
              <a:cxnLst/>
              <a:rect l="l" t="t" r="r" b="b"/>
              <a:pathLst>
                <a:path w="1254" h="3415" extrusionOk="0">
                  <a:moveTo>
                    <a:pt x="1" y="1"/>
                  </a:moveTo>
                  <a:lnTo>
                    <a:pt x="1" y="3414"/>
                  </a:lnTo>
                  <a:lnTo>
                    <a:pt x="1253" y="3414"/>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5" name="Google Shape;685;p20"/>
            <p:cNvSpPr/>
            <p:nvPr/>
          </p:nvSpPr>
          <p:spPr>
            <a:xfrm>
              <a:off x="6458161" y="3352158"/>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6" name="Google Shape;686;p20"/>
            <p:cNvSpPr/>
            <p:nvPr/>
          </p:nvSpPr>
          <p:spPr>
            <a:xfrm>
              <a:off x="6359958" y="3443017"/>
              <a:ext cx="71903" cy="106744"/>
            </a:xfrm>
            <a:custGeom>
              <a:avLst/>
              <a:gdLst/>
              <a:ahLst/>
              <a:cxnLst/>
              <a:rect l="l" t="t" r="r" b="b"/>
              <a:pathLst>
                <a:path w="1263" h="1875" extrusionOk="0">
                  <a:moveTo>
                    <a:pt x="1" y="1"/>
                  </a:moveTo>
                  <a:lnTo>
                    <a:pt x="1" y="1874"/>
                  </a:lnTo>
                  <a:lnTo>
                    <a:pt x="1262" y="1874"/>
                  </a:lnTo>
                  <a:lnTo>
                    <a:pt x="12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7" name="Google Shape;687;p20"/>
            <p:cNvSpPr/>
            <p:nvPr/>
          </p:nvSpPr>
          <p:spPr>
            <a:xfrm>
              <a:off x="6356770" y="3439829"/>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8" name="Google Shape;688;p20"/>
            <p:cNvSpPr/>
            <p:nvPr/>
          </p:nvSpPr>
          <p:spPr>
            <a:xfrm>
              <a:off x="6263292" y="3494765"/>
              <a:ext cx="71903" cy="62395"/>
            </a:xfrm>
            <a:custGeom>
              <a:avLst/>
              <a:gdLst/>
              <a:ahLst/>
              <a:cxnLst/>
              <a:rect l="l" t="t" r="r" b="b"/>
              <a:pathLst>
                <a:path w="1263" h="1096" extrusionOk="0">
                  <a:moveTo>
                    <a:pt x="1" y="1"/>
                  </a:moveTo>
                  <a:lnTo>
                    <a:pt x="1" y="1095"/>
                  </a:lnTo>
                  <a:lnTo>
                    <a:pt x="1263" y="1095"/>
                  </a:lnTo>
                  <a:lnTo>
                    <a:pt x="1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9" name="Google Shape;689;p20"/>
            <p:cNvSpPr/>
            <p:nvPr/>
          </p:nvSpPr>
          <p:spPr>
            <a:xfrm>
              <a:off x="6260161" y="3491577"/>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0" name="Google Shape;690;p20"/>
            <p:cNvSpPr/>
            <p:nvPr/>
          </p:nvSpPr>
          <p:spPr>
            <a:xfrm>
              <a:off x="6258054" y="3494765"/>
              <a:ext cx="71846" cy="58182"/>
            </a:xfrm>
            <a:custGeom>
              <a:avLst/>
              <a:gdLst/>
              <a:ahLst/>
              <a:cxnLst/>
              <a:rect l="l" t="t" r="r" b="b"/>
              <a:pathLst>
                <a:path w="1262" h="1022" extrusionOk="0">
                  <a:moveTo>
                    <a:pt x="0" y="1"/>
                  </a:moveTo>
                  <a:lnTo>
                    <a:pt x="0" y="1021"/>
                  </a:lnTo>
                  <a:lnTo>
                    <a:pt x="1262" y="1021"/>
                  </a:lnTo>
                  <a:lnTo>
                    <a:pt x="1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1" name="Google Shape;691;p20"/>
            <p:cNvSpPr/>
            <p:nvPr/>
          </p:nvSpPr>
          <p:spPr>
            <a:xfrm>
              <a:off x="6254866" y="3491577"/>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2" name="Google Shape;692;p20"/>
            <p:cNvSpPr/>
            <p:nvPr/>
          </p:nvSpPr>
          <p:spPr>
            <a:xfrm>
              <a:off x="6166113" y="3528069"/>
              <a:ext cx="71903" cy="29091"/>
            </a:xfrm>
            <a:custGeom>
              <a:avLst/>
              <a:gdLst/>
              <a:ahLst/>
              <a:cxnLst/>
              <a:rect l="l" t="t" r="r" b="b"/>
              <a:pathLst>
                <a:path w="1263" h="511" extrusionOk="0">
                  <a:moveTo>
                    <a:pt x="1" y="0"/>
                  </a:moveTo>
                  <a:lnTo>
                    <a:pt x="1" y="510"/>
                  </a:lnTo>
                  <a:lnTo>
                    <a:pt x="1263" y="510"/>
                  </a:lnTo>
                  <a:lnTo>
                    <a:pt x="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3" name="Google Shape;693;p20"/>
            <p:cNvSpPr/>
            <p:nvPr/>
          </p:nvSpPr>
          <p:spPr>
            <a:xfrm>
              <a:off x="6162470" y="3524369"/>
              <a:ext cx="78734" cy="35923"/>
            </a:xfrm>
            <a:custGeom>
              <a:avLst/>
              <a:gdLst/>
              <a:ahLst/>
              <a:cxnLst/>
              <a:rect l="l" t="t" r="r" b="b"/>
              <a:pathLst>
                <a:path w="1383" h="631" extrusionOk="0">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4" name="Google Shape;694;p20"/>
            <p:cNvSpPr/>
            <p:nvPr/>
          </p:nvSpPr>
          <p:spPr>
            <a:xfrm>
              <a:off x="6160876" y="3528069"/>
              <a:ext cx="71846" cy="26985"/>
            </a:xfrm>
            <a:custGeom>
              <a:avLst/>
              <a:gdLst/>
              <a:ahLst/>
              <a:cxnLst/>
              <a:rect l="l" t="t" r="r" b="b"/>
              <a:pathLst>
                <a:path w="1262" h="474" extrusionOk="0">
                  <a:moveTo>
                    <a:pt x="0" y="0"/>
                  </a:moveTo>
                  <a:lnTo>
                    <a:pt x="0" y="473"/>
                  </a:lnTo>
                  <a:lnTo>
                    <a:pt x="1262" y="47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5" name="Google Shape;695;p20"/>
            <p:cNvSpPr/>
            <p:nvPr/>
          </p:nvSpPr>
          <p:spPr>
            <a:xfrm>
              <a:off x="6157176" y="3524369"/>
              <a:ext cx="78734" cy="34386"/>
            </a:xfrm>
            <a:custGeom>
              <a:avLst/>
              <a:gdLst/>
              <a:ahLst/>
              <a:cxnLst/>
              <a:rect l="l" t="t" r="r" b="b"/>
              <a:pathLst>
                <a:path w="1383" h="604" extrusionOk="0">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6" name="Google Shape;696;p20"/>
            <p:cNvSpPr/>
            <p:nvPr/>
          </p:nvSpPr>
          <p:spPr>
            <a:xfrm>
              <a:off x="6176190" y="3382729"/>
              <a:ext cx="163731" cy="111184"/>
            </a:xfrm>
            <a:custGeom>
              <a:avLst/>
              <a:gdLst/>
              <a:ahLst/>
              <a:cxnLst/>
              <a:rect l="l" t="t" r="r" b="b"/>
              <a:pathLst>
                <a:path w="2876" h="1953" extrusionOk="0">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7" name="Google Shape;697;p20"/>
            <p:cNvSpPr/>
            <p:nvPr/>
          </p:nvSpPr>
          <p:spPr>
            <a:xfrm>
              <a:off x="6297108" y="3363259"/>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8" name="Google Shape;698;p20"/>
            <p:cNvSpPr/>
            <p:nvPr/>
          </p:nvSpPr>
          <p:spPr>
            <a:xfrm>
              <a:off x="7410929" y="3726638"/>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9" name="Google Shape;699;p20"/>
            <p:cNvSpPr/>
            <p:nvPr/>
          </p:nvSpPr>
          <p:spPr>
            <a:xfrm>
              <a:off x="5696618" y="4217195"/>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82467942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ection title and description">
  <p:cSld name="1_Section title and description">
    <p:spTree>
      <p:nvGrpSpPr>
        <p:cNvPr id="1" name="Shape 63"/>
        <p:cNvGrpSpPr/>
        <p:nvPr/>
      </p:nvGrpSpPr>
      <p:grpSpPr>
        <a:xfrm>
          <a:off x="0" y="0"/>
          <a:ext cx="0" cy="0"/>
          <a:chOff x="0" y="0"/>
          <a:chExt cx="0" cy="0"/>
        </a:xfrm>
      </p:grpSpPr>
      <p:sp>
        <p:nvSpPr>
          <p:cNvPr id="64" name="Google Shape;64;p9"/>
          <p:cNvSpPr txBox="1">
            <a:spLocks noGrp="1"/>
          </p:cNvSpPr>
          <p:nvPr>
            <p:ph type="title"/>
          </p:nvPr>
        </p:nvSpPr>
        <p:spPr>
          <a:xfrm>
            <a:off x="2050267" y="1933500"/>
            <a:ext cx="5393600" cy="9992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65" name="Google Shape;65;p9"/>
          <p:cNvSpPr txBox="1">
            <a:spLocks noGrp="1"/>
          </p:cNvSpPr>
          <p:nvPr>
            <p:ph type="subTitle" idx="1"/>
          </p:nvPr>
        </p:nvSpPr>
        <p:spPr>
          <a:xfrm>
            <a:off x="4793467" y="3151033"/>
            <a:ext cx="5393600" cy="1646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sp>
        <p:nvSpPr>
          <p:cNvPr id="68" name="Google Shape;68;p9"/>
          <p:cNvSpPr txBox="1">
            <a:spLocks noGrp="1"/>
          </p:cNvSpPr>
          <p:nvPr>
            <p:ph type="title" idx="2"/>
          </p:nvPr>
        </p:nvSpPr>
        <p:spPr>
          <a:xfrm rot="-5400000">
            <a:off x="8123800" y="2746200"/>
            <a:ext cx="7675200" cy="884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r>
              <a:rPr lang="en-US"/>
              <a:t>Click to edit Master title style</a:t>
            </a:r>
            <a:endParaRPr/>
          </a:p>
        </p:txBody>
      </p:sp>
    </p:spTree>
    <p:extLst>
      <p:ext uri="{BB962C8B-B14F-4D97-AF65-F5344CB8AC3E}">
        <p14:creationId xmlns:p14="http://schemas.microsoft.com/office/powerpoint/2010/main" val="19348493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165"/>
        <p:cNvGrpSpPr/>
        <p:nvPr/>
      </p:nvGrpSpPr>
      <p:grpSpPr>
        <a:xfrm>
          <a:off x="0" y="0"/>
          <a:ext cx="0" cy="0"/>
          <a:chOff x="0" y="0"/>
          <a:chExt cx="0" cy="0"/>
        </a:xfrm>
      </p:grpSpPr>
      <p:sp>
        <p:nvSpPr>
          <p:cNvPr id="166" name="Google Shape;166;p25"/>
          <p:cNvSpPr txBox="1">
            <a:spLocks noGrp="1"/>
          </p:cNvSpPr>
          <p:nvPr>
            <p:ph type="title"/>
          </p:nvPr>
        </p:nvSpPr>
        <p:spPr>
          <a:xfrm>
            <a:off x="2309633"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40359989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77"/>
        <p:cNvGrpSpPr/>
        <p:nvPr/>
      </p:nvGrpSpPr>
      <p:grpSpPr>
        <a:xfrm>
          <a:off x="0" y="0"/>
          <a:ext cx="0" cy="0"/>
          <a:chOff x="0" y="0"/>
          <a:chExt cx="0" cy="0"/>
        </a:xfrm>
      </p:grpSpPr>
      <p:sp>
        <p:nvSpPr>
          <p:cNvPr id="178" name="Google Shape;178;p27"/>
          <p:cNvSpPr txBox="1">
            <a:spLocks noGrp="1"/>
          </p:cNvSpPr>
          <p:nvPr>
            <p:ph type="body" idx="1"/>
          </p:nvPr>
        </p:nvSpPr>
        <p:spPr>
          <a:xfrm>
            <a:off x="960033" y="1876000"/>
            <a:ext cx="6696400" cy="4268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1"/>
              </a:buClr>
              <a:buSzPts val="1400"/>
              <a:buChar char="●"/>
              <a:defRPr sz="140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pPr lvl="0"/>
            <a:r>
              <a:rPr lang="en-US"/>
              <a:t>Edit Master text styles</a:t>
            </a:r>
          </a:p>
        </p:txBody>
      </p:sp>
      <p:sp>
        <p:nvSpPr>
          <p:cNvPr id="180" name="Google Shape;180;p27"/>
          <p:cNvSpPr txBox="1">
            <a:spLocks noGrp="1"/>
          </p:cNvSpPr>
          <p:nvPr>
            <p:ph type="title"/>
          </p:nvPr>
        </p:nvSpPr>
        <p:spPr>
          <a:xfrm>
            <a:off x="2309767" y="719333"/>
            <a:ext cx="89312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r>
              <a:rPr lang="en-US"/>
              <a:t>Click to edit Master title style</a:t>
            </a:r>
            <a:endParaRPr/>
          </a:p>
        </p:txBody>
      </p:sp>
    </p:spTree>
    <p:extLst>
      <p:ext uri="{BB962C8B-B14F-4D97-AF65-F5344CB8AC3E}">
        <p14:creationId xmlns:p14="http://schemas.microsoft.com/office/powerpoint/2010/main" val="299664888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703"/>
        <p:cNvGrpSpPr/>
        <p:nvPr/>
      </p:nvGrpSpPr>
      <p:grpSpPr>
        <a:xfrm>
          <a:off x="0" y="0"/>
          <a:ext cx="0" cy="0"/>
          <a:chOff x="0" y="0"/>
          <a:chExt cx="0" cy="0"/>
        </a:xfrm>
      </p:grpSpPr>
    </p:spTree>
    <p:extLst>
      <p:ext uri="{BB962C8B-B14F-4D97-AF65-F5344CB8AC3E}">
        <p14:creationId xmlns:p14="http://schemas.microsoft.com/office/powerpoint/2010/main" val="202714511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704"/>
        <p:cNvGrpSpPr/>
        <p:nvPr/>
      </p:nvGrpSpPr>
      <p:grpSpPr>
        <a:xfrm>
          <a:off x="0" y="0"/>
          <a:ext cx="0" cy="0"/>
          <a:chOff x="0" y="0"/>
          <a:chExt cx="0" cy="0"/>
        </a:xfrm>
      </p:grpSpPr>
      <p:sp>
        <p:nvSpPr>
          <p:cNvPr id="705" name="Google Shape;705;p23"/>
          <p:cNvSpPr txBox="1">
            <a:spLocks noGrp="1"/>
          </p:cNvSpPr>
          <p:nvPr>
            <p:ph type="title"/>
          </p:nvPr>
        </p:nvSpPr>
        <p:spPr>
          <a:xfrm>
            <a:off x="9556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1345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slideLayout" Target="../slideLayouts/slideLayout26.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34" Type="http://schemas.openxmlformats.org/officeDocument/2006/relationships/slideLayout" Target="../slideLayouts/slideLayout34.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33" Type="http://schemas.openxmlformats.org/officeDocument/2006/relationships/slideLayout" Target="../slideLayouts/slideLayout33.xml" /><Relationship Id="rId38"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29" Type="http://schemas.openxmlformats.org/officeDocument/2006/relationships/slideLayout" Target="../slideLayouts/slideLayout29.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32" Type="http://schemas.openxmlformats.org/officeDocument/2006/relationships/slideLayout" Target="../slideLayouts/slideLayout32.xml" /><Relationship Id="rId37" Type="http://schemas.openxmlformats.org/officeDocument/2006/relationships/slideLayout" Target="../slideLayouts/slideLayout37.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slideLayout" Target="../slideLayouts/slideLayout28.xml" /><Relationship Id="rId36" Type="http://schemas.openxmlformats.org/officeDocument/2006/relationships/slideLayout" Target="../slideLayouts/slideLayout36.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31" Type="http://schemas.openxmlformats.org/officeDocument/2006/relationships/slideLayout" Target="../slideLayouts/slideLayout31.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 Id="rId30" Type="http://schemas.openxmlformats.org/officeDocument/2006/relationships/slideLayout" Target="../slideLayouts/slideLayout30.xml" /><Relationship Id="rId35" Type="http://schemas.openxmlformats.org/officeDocument/2006/relationships/slideLayout" Target="../slideLayouts/slideLayout35.xml" /></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 /><Relationship Id="rId2" Type="http://schemas.openxmlformats.org/officeDocument/2006/relationships/slideLayout" Target="../slideLayouts/slideLayout39.xml" /><Relationship Id="rId1" Type="http://schemas.openxmlformats.org/officeDocument/2006/relationships/slideLayout" Target="../slideLayouts/slideLayout38.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 /><Relationship Id="rId13" Type="http://schemas.openxmlformats.org/officeDocument/2006/relationships/slideLayout" Target="../slideLayouts/slideLayout52.xml" /><Relationship Id="rId18" Type="http://schemas.openxmlformats.org/officeDocument/2006/relationships/slideLayout" Target="../slideLayouts/slideLayout57.xml" /><Relationship Id="rId3" Type="http://schemas.openxmlformats.org/officeDocument/2006/relationships/slideLayout" Target="../slideLayouts/slideLayout42.xml" /><Relationship Id="rId21" Type="http://schemas.openxmlformats.org/officeDocument/2006/relationships/slideLayout" Target="../slideLayouts/slideLayout60.xml" /><Relationship Id="rId7" Type="http://schemas.openxmlformats.org/officeDocument/2006/relationships/slideLayout" Target="../slideLayouts/slideLayout46.xml" /><Relationship Id="rId12" Type="http://schemas.openxmlformats.org/officeDocument/2006/relationships/slideLayout" Target="../slideLayouts/slideLayout51.xml" /><Relationship Id="rId17" Type="http://schemas.openxmlformats.org/officeDocument/2006/relationships/slideLayout" Target="../slideLayouts/slideLayout56.xml" /><Relationship Id="rId2" Type="http://schemas.openxmlformats.org/officeDocument/2006/relationships/slideLayout" Target="../slideLayouts/slideLayout41.xml" /><Relationship Id="rId16" Type="http://schemas.openxmlformats.org/officeDocument/2006/relationships/slideLayout" Target="../slideLayouts/slideLayout55.xml" /><Relationship Id="rId20" Type="http://schemas.openxmlformats.org/officeDocument/2006/relationships/slideLayout" Target="../slideLayouts/slideLayout59.xml" /><Relationship Id="rId1" Type="http://schemas.openxmlformats.org/officeDocument/2006/relationships/slideLayout" Target="../slideLayouts/slideLayout40.xml" /><Relationship Id="rId6" Type="http://schemas.openxmlformats.org/officeDocument/2006/relationships/slideLayout" Target="../slideLayouts/slideLayout45.xml" /><Relationship Id="rId11" Type="http://schemas.openxmlformats.org/officeDocument/2006/relationships/slideLayout" Target="../slideLayouts/slideLayout50.xml" /><Relationship Id="rId5" Type="http://schemas.openxmlformats.org/officeDocument/2006/relationships/slideLayout" Target="../slideLayouts/slideLayout44.xml" /><Relationship Id="rId15" Type="http://schemas.openxmlformats.org/officeDocument/2006/relationships/slideLayout" Target="../slideLayouts/slideLayout54.xml" /><Relationship Id="rId23" Type="http://schemas.openxmlformats.org/officeDocument/2006/relationships/theme" Target="../theme/theme3.xml" /><Relationship Id="rId10" Type="http://schemas.openxmlformats.org/officeDocument/2006/relationships/slideLayout" Target="../slideLayouts/slideLayout49.xml" /><Relationship Id="rId19" Type="http://schemas.openxmlformats.org/officeDocument/2006/relationships/slideLayout" Target="../slideLayouts/slideLayout58.xml" /><Relationship Id="rId4" Type="http://schemas.openxmlformats.org/officeDocument/2006/relationships/slideLayout" Target="../slideLayouts/slideLayout43.xml" /><Relationship Id="rId9" Type="http://schemas.openxmlformats.org/officeDocument/2006/relationships/slideLayout" Target="../slideLayouts/slideLayout48.xml" /><Relationship Id="rId14" Type="http://schemas.openxmlformats.org/officeDocument/2006/relationships/slideLayout" Target="../slideLayouts/slideLayout53.xml" /><Relationship Id="rId22" Type="http://schemas.openxmlformats.org/officeDocument/2006/relationships/slideLayout" Target="../slideLayouts/slideLayout61.xml" /></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 /><Relationship Id="rId2" Type="http://schemas.openxmlformats.org/officeDocument/2006/relationships/slideLayout" Target="../slideLayouts/slideLayout63.xml" /><Relationship Id="rId1" Type="http://schemas.openxmlformats.org/officeDocument/2006/relationships/slideLayout" Target="../slideLayouts/slideLayout62.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09767" y="719333"/>
            <a:ext cx="89312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sp>
        <p:nvSpPr>
          <p:cNvPr id="7" name="Google Shape;7;p1"/>
          <p:cNvSpPr txBox="1">
            <a:spLocks noGrp="1"/>
          </p:cNvSpPr>
          <p:nvPr>
            <p:ph type="body" idx="1"/>
          </p:nvPr>
        </p:nvSpPr>
        <p:spPr>
          <a:xfrm>
            <a:off x="950967" y="1662600"/>
            <a:ext cx="10290000" cy="45552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Poppins"/>
              <a:buChar char="●"/>
              <a:defRPr sz="1800">
                <a:solidFill>
                  <a:schemeClr val="dk1"/>
                </a:solidFill>
                <a:latin typeface="Poppins"/>
                <a:ea typeface="Poppins"/>
                <a:cs typeface="Poppins"/>
                <a:sym typeface="Poppins"/>
              </a:defRPr>
            </a:lvl1pPr>
            <a:lvl2pPr marL="914400" lvl="1"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3207772260"/>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userDrawn="1">
          <p15:clr>
            <a:srgbClr val="EA4335"/>
          </p15:clr>
        </p15:guide>
        <p15:guide id="2" pos="599" userDrawn="1">
          <p15:clr>
            <a:srgbClr val="EA4335"/>
          </p15:clr>
        </p15:guide>
        <p15:guide id="3" pos="7081" userDrawn="1">
          <p15:clr>
            <a:srgbClr val="EA4335"/>
          </p15:clr>
        </p15:guide>
        <p15:guide id="4" orient="horz" pos="2903" userDrawn="1">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304"/>
        <p:cNvGrpSpPr/>
        <p:nvPr/>
      </p:nvGrpSpPr>
      <p:grpSpPr>
        <a:xfrm>
          <a:off x="0" y="0"/>
          <a:ext cx="0" cy="0"/>
          <a:chOff x="0" y="0"/>
          <a:chExt cx="0" cy="0"/>
        </a:xfrm>
      </p:grpSpPr>
      <p:sp>
        <p:nvSpPr>
          <p:cNvPr id="305" name="Google Shape;305;p39"/>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306" name="Google Shape;306;p39"/>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744723883"/>
      </p:ext>
    </p:extLst>
  </p:cSld>
  <p:clrMap bg1="lt1" tx1="dk1" bg2="dk2" tx2="lt2" accent1="accent1" accent2="accent2" accent3="accent3" accent4="accent4" accent5="accent5" accent6="accent6" hlink="hlink" folHlink="folHlink"/>
  <p:sldLayoutIdLst>
    <p:sldLayoutId id="2147483700" r:id="rId1"/>
    <p:sldLayoutId id="2147483701"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extLst>
      <p:ext uri="{BB962C8B-B14F-4D97-AF65-F5344CB8AC3E}">
        <p14:creationId xmlns:p14="http://schemas.microsoft.com/office/powerpoint/2010/main" val="3175585529"/>
      </p:ext>
    </p:extLst>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userDrawn="1">
          <p15:clr>
            <a:srgbClr val="EA4335"/>
          </p15:clr>
        </p15:guide>
        <p15:guide id="2" pos="599" userDrawn="1">
          <p15:clr>
            <a:srgbClr val="EA4335"/>
          </p15:clr>
        </p15:guide>
        <p15:guide id="3" pos="7081" userDrawn="1">
          <p15:clr>
            <a:srgbClr val="EA4335"/>
          </p15:clr>
        </p15:guide>
        <p15:guide id="4" orient="horz" pos="2903" userDrawn="1">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700"/>
        <p:cNvGrpSpPr/>
        <p:nvPr/>
      </p:nvGrpSpPr>
      <p:grpSpPr>
        <a:xfrm>
          <a:off x="0" y="0"/>
          <a:ext cx="0" cy="0"/>
          <a:chOff x="0" y="0"/>
          <a:chExt cx="0" cy="0"/>
        </a:xfrm>
      </p:grpSpPr>
      <p:sp>
        <p:nvSpPr>
          <p:cNvPr id="701" name="Google Shape;701;p21"/>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702" name="Google Shape;702;p21"/>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650638762"/>
      </p:ext>
    </p:extLst>
  </p:cSld>
  <p:clrMap bg1="lt1" tx1="dk1" bg2="dk2" tx2="lt2" accent1="accent1" accent2="accent2" accent3="accent3" accent4="accent4" accent5="accent5" accent6="accent6" hlink="hlink" folHlink="folHlink"/>
  <p:sldLayoutIdLst>
    <p:sldLayoutId id="2147483726" r:id="rId1"/>
    <p:sldLayoutId id="2147483727"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2.png" /><Relationship Id="rId1" Type="http://schemas.openxmlformats.org/officeDocument/2006/relationships/slideLayout" Target="../slideLayouts/slideLayout6.xml" /><Relationship Id="rId5" Type="http://schemas.microsoft.com/office/2007/relationships/hdphoto" Target="../media/hdphoto2.wdp"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4.png" /><Relationship Id="rId1" Type="http://schemas.openxmlformats.org/officeDocument/2006/relationships/slideLayout" Target="../slideLayouts/slideLayout52.xml" /><Relationship Id="rId4" Type="http://schemas.microsoft.com/office/2007/relationships/hdphoto" Target="../media/hdphoto1.wdp" /></Relationships>
</file>

<file path=ppt/slides/_rels/slide3.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2.png" /><Relationship Id="rId1" Type="http://schemas.openxmlformats.org/officeDocument/2006/relationships/slideLayout" Target="../slideLayouts/slideLayout48.xml" /></Relationships>
</file>

<file path=ppt/slides/_rels/slide4.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2.png" /><Relationship Id="rId1" Type="http://schemas.openxmlformats.org/officeDocument/2006/relationships/slideLayout" Target="../slideLayouts/slideLayout48.xml" /></Relationships>
</file>

<file path=ppt/slides/_rels/slide5.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2.png" /><Relationship Id="rId1" Type="http://schemas.openxmlformats.org/officeDocument/2006/relationships/slideLayout" Target="../slideLayouts/slideLayout48.xml"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hyperlink" Target="https://balsamiq.cloud/stra6wv/puci2od" TargetMode="External" /><Relationship Id="rId1" Type="http://schemas.openxmlformats.org/officeDocument/2006/relationships/slideLayout" Target="../slideLayouts/slideLayout61.xml" /><Relationship Id="rId5" Type="http://schemas.openxmlformats.org/officeDocument/2006/relationships/image" Target="../media/image5.png" /><Relationship Id="rId4" Type="http://schemas.microsoft.com/office/2007/relationships/hdphoto" Target="../media/hdphoto1.wdp"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hyperlink" Target="https://www.figma.com/design/CTPDmyjmkSjbZdx8e3OVnA/Untitled?node-id=0-1&amp;t=25MYrzTnYSXkd80G-1" TargetMode="External" /><Relationship Id="rId1" Type="http://schemas.openxmlformats.org/officeDocument/2006/relationships/slideLayout" Target="../slideLayouts/slideLayout61.xml" /><Relationship Id="rId5" Type="http://schemas.openxmlformats.org/officeDocument/2006/relationships/image" Target="../media/image6.png" /><Relationship Id="rId4" Type="http://schemas.microsoft.com/office/2007/relationships/hdphoto" Target="../media/hdphoto1.wdp"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9343A961-3B62-4AD1-838C-34F173F3F5C5}"/>
              </a:ext>
            </a:extLst>
          </p:cNvPr>
          <p:cNvSpPr>
            <a:spLocks noGrp="1"/>
          </p:cNvSpPr>
          <p:nvPr>
            <p:ph type="subTitle" idx="1"/>
          </p:nvPr>
        </p:nvSpPr>
        <p:spPr/>
        <p:txBody>
          <a:bodyPr/>
          <a:lstStyle/>
          <a:p>
            <a:endParaRPr lang="en-US"/>
          </a:p>
        </p:txBody>
      </p:sp>
      <p:sp>
        <p:nvSpPr>
          <p:cNvPr id="2" name="Title 1"/>
          <p:cNvSpPr>
            <a:spLocks noGrp="1"/>
          </p:cNvSpPr>
          <p:nvPr>
            <p:ph type="title"/>
          </p:nvPr>
        </p:nvSpPr>
        <p:spPr>
          <a:xfrm>
            <a:off x="796512" y="742088"/>
            <a:ext cx="6660667" cy="2452800"/>
          </a:xfrm>
        </p:spPr>
        <p:txBody>
          <a:bodyPr/>
          <a:lstStyle/>
          <a:p>
            <a:r>
              <a:rPr lang="en-US" sz="11500" dirty="0">
                <a:solidFill>
                  <a:srgbClr val="0070C0"/>
                </a:solidFill>
                <a:latin typeface="Montserrat SemiBold" pitchFamily="2" charset="0"/>
              </a:rPr>
              <a:t>S</a:t>
            </a:r>
            <a:r>
              <a:rPr lang="en-US" sz="6600" dirty="0">
                <a:solidFill>
                  <a:srgbClr val="0070C0"/>
                </a:solidFill>
                <a:latin typeface="Montserrat SemiBold" pitchFamily="2" charset="0"/>
              </a:rPr>
              <a:t>OFTWARE</a:t>
            </a:r>
            <a:endParaRPr sz="6600" dirty="0">
              <a:solidFill>
                <a:srgbClr val="0070C0"/>
              </a:solidFill>
              <a:latin typeface="Montserrat SemiBold" pitchFamily="2" charset="0"/>
            </a:endParaRPr>
          </a:p>
        </p:txBody>
      </p:sp>
      <p:sp>
        <p:nvSpPr>
          <p:cNvPr id="7" name="Title 1">
            <a:extLst>
              <a:ext uri="{FF2B5EF4-FFF2-40B4-BE49-F238E27FC236}">
                <a16:creationId xmlns:a16="http://schemas.microsoft.com/office/drawing/2014/main" id="{F874383F-8C82-4E16-838D-AB234FB87D37}"/>
              </a:ext>
            </a:extLst>
          </p:cNvPr>
          <p:cNvSpPr txBox="1">
            <a:spLocks/>
          </p:cNvSpPr>
          <p:nvPr/>
        </p:nvSpPr>
        <p:spPr>
          <a:xfrm>
            <a:off x="840301" y="3247855"/>
            <a:ext cx="6308644" cy="999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1pPr>
            <a:lvl2pPr marR="0" lvl="1"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2pPr>
            <a:lvl3pPr marR="0" lvl="2"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3pPr>
            <a:lvl4pPr marR="0" lvl="3"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4pPr>
            <a:lvl5pPr marR="0" lvl="4"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5pPr>
            <a:lvl6pPr marR="0" lvl="5"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6pPr>
            <a:lvl7pPr marR="0" lvl="6"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7pPr>
            <a:lvl8pPr marR="0" lvl="7"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8pPr>
            <a:lvl9pPr marR="0" lvl="8"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9pPr>
          </a:lstStyle>
          <a:p>
            <a:r>
              <a:rPr lang="en-US" sz="2800" dirty="0">
                <a:latin typeface="Bahnschrift SemiBold" panose="020B0502040204020203" pitchFamily="34" charset="0"/>
              </a:rPr>
              <a:t>THEORY CLASS – TICKET VENDOR MACHINE</a:t>
            </a:r>
          </a:p>
        </p:txBody>
      </p:sp>
      <p:sp>
        <p:nvSpPr>
          <p:cNvPr id="8" name="Rectangle 7">
            <a:extLst>
              <a:ext uri="{FF2B5EF4-FFF2-40B4-BE49-F238E27FC236}">
                <a16:creationId xmlns:a16="http://schemas.microsoft.com/office/drawing/2014/main" id="{D765058F-4111-4DCC-8DC0-3359FBEF276D}"/>
              </a:ext>
            </a:extLst>
          </p:cNvPr>
          <p:cNvSpPr/>
          <p:nvPr/>
        </p:nvSpPr>
        <p:spPr>
          <a:xfrm>
            <a:off x="840301" y="2368260"/>
            <a:ext cx="6410729" cy="1107996"/>
          </a:xfrm>
          <a:prstGeom prst="rect">
            <a:avLst/>
          </a:prstGeom>
        </p:spPr>
        <p:txBody>
          <a:bodyPr wrap="none">
            <a:spAutoFit/>
          </a:bodyPr>
          <a:lstStyle/>
          <a:p>
            <a:r>
              <a:rPr lang="en-US" sz="6600" dirty="0">
                <a:solidFill>
                  <a:srgbClr val="0070C0"/>
                </a:solidFill>
                <a:latin typeface="Montserrat SemiBold" pitchFamily="2" charset="0"/>
              </a:rPr>
              <a:t>ENGINEERING</a:t>
            </a:r>
            <a:endParaRPr lang="en-US" sz="6600" dirty="0">
              <a:solidFill>
                <a:srgbClr val="0070C0"/>
              </a:solidFill>
            </a:endParaRPr>
          </a:p>
        </p:txBody>
      </p:sp>
      <p:sp>
        <p:nvSpPr>
          <p:cNvPr id="9" name="Title 1">
            <a:extLst>
              <a:ext uri="{FF2B5EF4-FFF2-40B4-BE49-F238E27FC236}">
                <a16:creationId xmlns:a16="http://schemas.microsoft.com/office/drawing/2014/main" id="{8CC22643-80E9-4F80-9590-C50EF44F141E}"/>
              </a:ext>
            </a:extLst>
          </p:cNvPr>
          <p:cNvSpPr txBox="1">
            <a:spLocks/>
          </p:cNvSpPr>
          <p:nvPr/>
        </p:nvSpPr>
        <p:spPr>
          <a:xfrm>
            <a:off x="796512" y="4275800"/>
            <a:ext cx="9121117" cy="999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1pPr>
            <a:lvl2pPr marR="0" lvl="1"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2pPr>
            <a:lvl3pPr marR="0" lvl="2"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3pPr>
            <a:lvl4pPr marR="0" lvl="3"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4pPr>
            <a:lvl5pPr marR="0" lvl="4"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5pPr>
            <a:lvl6pPr marR="0" lvl="5"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6pPr>
            <a:lvl7pPr marR="0" lvl="6"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7pPr>
            <a:lvl8pPr marR="0" lvl="7"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8pPr>
            <a:lvl9pPr marR="0" lvl="8" algn="ctr" rtl="0" eaLnBrk="1" hangingPunct="1">
              <a:lnSpc>
                <a:spcPct val="100000"/>
              </a:lnSpc>
              <a:spcBef>
                <a:spcPts val="0"/>
              </a:spcBef>
              <a:spcAft>
                <a:spcPts val="0"/>
              </a:spcAft>
              <a:buClr>
                <a:schemeClr val="dk1"/>
              </a:buClr>
              <a:buSzPts val="4200"/>
              <a:buFont typeface="Abhaya Libre"/>
              <a:buNone/>
              <a:defRPr sz="4200" b="0" i="0" u="none" strike="noStrike" cap="none">
                <a:solidFill>
                  <a:schemeClr val="dk1"/>
                </a:solidFill>
                <a:latin typeface="Abhaya Libre"/>
                <a:ea typeface="Abhaya Libre"/>
                <a:cs typeface="Abhaya Libre"/>
                <a:sym typeface="Abhaya Libre"/>
              </a:defRPr>
            </a:lvl9pPr>
          </a:lstStyle>
          <a:p>
            <a:r>
              <a:rPr lang="en-US" sz="2000" dirty="0">
                <a:latin typeface="Bahnschrift SemiBold" panose="020B0502040204020203" pitchFamily="34" charset="0"/>
              </a:rPr>
              <a:t>PROJECT BY: DANG DOAN MINH TAN – 523V0017</a:t>
            </a:r>
          </a:p>
          <a:p>
            <a:r>
              <a:rPr lang="en-US" sz="2000" dirty="0">
                <a:latin typeface="Bahnschrift SemiBold" panose="020B0502040204020203" pitchFamily="34" charset="0"/>
              </a:rPr>
              <a:t>                       MOUNTHADY SOUK AKHOM – 523K0076</a:t>
            </a:r>
          </a:p>
          <a:p>
            <a:endParaRPr lang="en-US" sz="2000" dirty="0">
              <a:latin typeface="Bahnschrift SemiBold" panose="020B0502040204020203" pitchFamily="34" charset="0"/>
            </a:endParaRPr>
          </a:p>
        </p:txBody>
      </p:sp>
      <p:sp>
        <p:nvSpPr>
          <p:cNvPr id="15" name="AutoShape 10" descr="Most beautiful drone videos ever filmed 2015 – Our planet is amazing">
            <a:extLst>
              <a:ext uri="{FF2B5EF4-FFF2-40B4-BE49-F238E27FC236}">
                <a16:creationId xmlns:a16="http://schemas.microsoft.com/office/drawing/2014/main" id="{CCB2F6FD-2B5B-4029-B49C-BCA2F0542B5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6" name="Picture 12" descr="Download logo trường Đại học Tôn Đức Thắng (TDTU) file vector AI, EPS, SVG,  CDR, PS, PNG không nền – Logo Trường Học">
            <a:extLst>
              <a:ext uri="{FF2B5EF4-FFF2-40B4-BE49-F238E27FC236}">
                <a16:creationId xmlns:a16="http://schemas.microsoft.com/office/drawing/2014/main" id="{4C3121E6-0D61-4E91-9CE2-4E550850C9B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4375" r="93500">
                        <a14:foregroundMark x1="7500" y1="47875" x2="11625" y2="48375"/>
                        <a14:foregroundMark x1="6625" y1="70250" x2="9750" y2="70250"/>
                        <a14:foregroundMark x1="5750" y1="49250" x2="8000" y2="49250"/>
                        <a14:foregroundMark x1="4375" y1="74750" x2="6625" y2="74750"/>
                        <a14:foregroundMark x1="90750" y1="27500" x2="90750" y2="27500"/>
                        <a14:foregroundMark x1="93500" y1="26125" x2="92125" y2="26125"/>
                      </a14:backgroundRemoval>
                    </a14:imgEffect>
                  </a14:imgLayer>
                </a14:imgProps>
              </a:ext>
              <a:ext uri="{28A0092B-C50C-407E-A947-70E740481C1C}">
                <a14:useLocalDpi xmlns:a14="http://schemas.microsoft.com/office/drawing/2010/main" val="0"/>
              </a:ext>
            </a:extLst>
          </a:blip>
          <a:srcRect/>
          <a:stretch>
            <a:fillRect/>
          </a:stretch>
        </p:blipFill>
        <p:spPr bwMode="auto">
          <a:xfrm>
            <a:off x="511917" y="-125278"/>
            <a:ext cx="1396401" cy="139640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Story pin image">
            <a:extLst>
              <a:ext uri="{FF2B5EF4-FFF2-40B4-BE49-F238E27FC236}">
                <a16:creationId xmlns:a16="http://schemas.microsoft.com/office/drawing/2014/main" id="{58189354-5EE1-44FA-951D-924CF7ECAF3F}"/>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9990" b="89908" l="136" r="89946">
                        <a14:foregroundMark x1="25000" y1="64016" x2="136" y2="57696"/>
                        <a14:backgroundMark x1="16712" y1="19572" x2="36821" y2="20082"/>
                        <a14:backgroundMark x1="11549" y1="72783" x2="23234" y2="74210"/>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6131296" y="-803884"/>
            <a:ext cx="6060704" cy="84657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532" y="750756"/>
            <a:ext cx="6297767" cy="763600"/>
          </a:xfrm>
        </p:spPr>
        <p:txBody>
          <a:bodyPr/>
          <a:lstStyle/>
          <a:p>
            <a:r>
              <a:rPr lang="en-US" sz="4400" b="1" i="1" dirty="0">
                <a:latin typeface="Cascadia Code SemiBold" panose="020B0609020000020004" pitchFamily="49" charset="0"/>
                <a:cs typeface="Cascadia Code SemiBold" panose="020B0609020000020004" pitchFamily="49" charset="0"/>
              </a:rPr>
              <a:t>ABOUT THE PROJECT</a:t>
            </a:r>
          </a:p>
        </p:txBody>
      </p:sp>
      <p:sp>
        <p:nvSpPr>
          <p:cNvPr id="6" name="Rectangle 5">
            <a:extLst>
              <a:ext uri="{FF2B5EF4-FFF2-40B4-BE49-F238E27FC236}">
                <a16:creationId xmlns:a16="http://schemas.microsoft.com/office/drawing/2014/main" id="{CC30C201-548A-406E-BA94-3AA719D67AA0}"/>
              </a:ext>
            </a:extLst>
          </p:cNvPr>
          <p:cNvSpPr/>
          <p:nvPr/>
        </p:nvSpPr>
        <p:spPr>
          <a:xfrm>
            <a:off x="942857" y="1514356"/>
            <a:ext cx="6029443" cy="4401205"/>
          </a:xfrm>
          <a:prstGeom prst="rect">
            <a:avLst/>
          </a:prstGeom>
        </p:spPr>
        <p:txBody>
          <a:bodyPr wrap="square">
            <a:spAutoFit/>
          </a:bodyPr>
          <a:lstStyle/>
          <a:p>
            <a:r>
              <a:rPr lang="en-US" sz="2000" dirty="0">
                <a:latin typeface="Bahnschrift SemiBold" panose="020B0502040204020203" pitchFamily="34" charset="0"/>
              </a:rPr>
              <a:t>We create a hypothetical Ticket Vendor Machine for the Ho Chi Minh City Metro system as it is always under going maintenance.</a:t>
            </a:r>
          </a:p>
          <a:p>
            <a:endParaRPr lang="en-US" sz="2000" dirty="0">
              <a:latin typeface="Bahnschrift SemiBold" panose="020B0502040204020203" pitchFamily="34" charset="0"/>
            </a:endParaRPr>
          </a:p>
          <a:p>
            <a:r>
              <a:rPr lang="en-US" sz="2000" dirty="0">
                <a:latin typeface="Bahnschrift SemiBold" panose="020B0502040204020203" pitchFamily="34" charset="0"/>
              </a:rPr>
              <a:t>The ticket vendor machine offers users to put in the station the user is at and then the station the user wants to arrive. After that, it’ll calculate the time to go in between stations and the total fare, in which the user can use one in four ways to pay for the fare: Visa card, actual cash, VN Pay and </a:t>
            </a:r>
            <a:r>
              <a:rPr lang="en-US" sz="2000" dirty="0" err="1">
                <a:latin typeface="Bahnschrift SemiBold" panose="020B0502040204020203" pitchFamily="34" charset="0"/>
              </a:rPr>
              <a:t>Zalo</a:t>
            </a:r>
            <a:r>
              <a:rPr lang="en-US" sz="2000" dirty="0">
                <a:latin typeface="Bahnschrift SemiBold" panose="020B0502040204020203" pitchFamily="34" charset="0"/>
              </a:rPr>
              <a:t> Pay</a:t>
            </a:r>
          </a:p>
          <a:p>
            <a:endParaRPr lang="en-US" sz="2000" dirty="0">
              <a:latin typeface="Bahnschrift SemiBold" panose="020B0502040204020203" pitchFamily="34" charset="0"/>
            </a:endParaRPr>
          </a:p>
          <a:p>
            <a:r>
              <a:rPr lang="en-US" sz="2000" dirty="0">
                <a:latin typeface="Bahnschrift SemiBold" panose="020B0502040204020203" pitchFamily="34" charset="0"/>
              </a:rPr>
              <a:t>Mission and Goal: To build a ticket vending machine using 3-Tier Architecture, C#, .NET, and MSSQL.</a:t>
            </a:r>
          </a:p>
        </p:txBody>
      </p:sp>
      <p:pic>
        <p:nvPicPr>
          <p:cNvPr id="3" name="Picture 2">
            <a:extLst>
              <a:ext uri="{FF2B5EF4-FFF2-40B4-BE49-F238E27FC236}">
                <a16:creationId xmlns:a16="http://schemas.microsoft.com/office/drawing/2014/main" id="{C49C69A8-F233-439C-8972-1FDCFAC80FFC}"/>
              </a:ext>
            </a:extLst>
          </p:cNvPr>
          <p:cNvPicPr>
            <a:picLocks noChangeAspect="1"/>
          </p:cNvPicPr>
          <p:nvPr/>
        </p:nvPicPr>
        <p:blipFill rotWithShape="1">
          <a:blip r:embed="rId2"/>
          <a:srcRect r="38310"/>
          <a:stretch/>
        </p:blipFill>
        <p:spPr>
          <a:xfrm>
            <a:off x="6972300" y="618564"/>
            <a:ext cx="4394710" cy="5585012"/>
          </a:xfrm>
          <a:prstGeom prst="rect">
            <a:avLst/>
          </a:prstGeom>
        </p:spPr>
      </p:pic>
      <p:pic>
        <p:nvPicPr>
          <p:cNvPr id="13" name="Picture 12" descr="Download logo trường Đại học Tôn Đức Thắng (TDTU) file vector AI, EPS, SVG,  CDR, PS, PNG không nền – Logo Trường Học">
            <a:extLst>
              <a:ext uri="{FF2B5EF4-FFF2-40B4-BE49-F238E27FC236}">
                <a16:creationId xmlns:a16="http://schemas.microsoft.com/office/drawing/2014/main" id="{77EBA9A7-F787-4C8D-9F51-AC1BE97A5F82}"/>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4375" r="93500">
                        <a14:foregroundMark x1="7500" y1="47875" x2="11625" y2="48375"/>
                        <a14:foregroundMark x1="6625" y1="70250" x2="9750" y2="70250"/>
                        <a14:foregroundMark x1="5750" y1="49250" x2="8000" y2="49250"/>
                        <a14:foregroundMark x1="4375" y1="74750" x2="6625" y2="74750"/>
                        <a14:foregroundMark x1="90750" y1="27500" x2="90750" y2="27500"/>
                        <a14:foregroundMark x1="93500" y1="26125" x2="92125" y2="26125"/>
                      </a14:backgroundRemoval>
                    </a14:imgEffect>
                  </a14:imgLayer>
                </a14:imgProps>
              </a:ext>
              <a:ext uri="{28A0092B-C50C-407E-A947-70E740481C1C}">
                <a14:useLocalDpi xmlns:a14="http://schemas.microsoft.com/office/drawing/2010/main" val="0"/>
              </a:ext>
            </a:extLst>
          </a:blip>
          <a:srcRect/>
          <a:stretch>
            <a:fillRect/>
          </a:stretch>
        </p:blipFill>
        <p:spPr bwMode="auto">
          <a:xfrm>
            <a:off x="80979" y="-111122"/>
            <a:ext cx="861878" cy="8618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000" y="389495"/>
            <a:ext cx="10272000" cy="763600"/>
          </a:xfrm>
        </p:spPr>
        <p:txBody>
          <a:bodyPr/>
          <a:lstStyle/>
          <a:p>
            <a:r>
              <a:rPr lang="en-US" i="1" dirty="0">
                <a:latin typeface="Cascadia Code SemiBold" panose="020B0609020000020004" pitchFamily="49" charset="0"/>
                <a:cs typeface="Cascadia Code SemiBold" panose="020B0609020000020004" pitchFamily="49" charset="0"/>
              </a:rPr>
              <a:t>FUNCTIONAL REQUIREMENTS</a:t>
            </a:r>
          </a:p>
        </p:txBody>
      </p:sp>
      <p:pic>
        <p:nvPicPr>
          <p:cNvPr id="6" name="Picture 5" descr="Download logo trường Đại học Tôn Đức Thắng (TDTU) file vector AI, EPS, SVG,  CDR, PS, PNG không nền – Logo Trường Học">
            <a:extLst>
              <a:ext uri="{FF2B5EF4-FFF2-40B4-BE49-F238E27FC236}">
                <a16:creationId xmlns:a16="http://schemas.microsoft.com/office/drawing/2014/main" id="{949D4D65-4361-431A-98B2-D951F1B3696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4375" r="93500">
                        <a14:foregroundMark x1="7500" y1="47875" x2="11625" y2="48375"/>
                        <a14:foregroundMark x1="6625" y1="70250" x2="9750" y2="70250"/>
                        <a14:foregroundMark x1="5750" y1="49250" x2="8000" y2="49250"/>
                        <a14:foregroundMark x1="4375" y1="74750" x2="6625" y2="74750"/>
                        <a14:foregroundMark x1="90750" y1="27500" x2="90750" y2="27500"/>
                        <a14:foregroundMark x1="93500" y1="26125" x2="92125" y2="26125"/>
                      </a14:backgroundRemoval>
                    </a14:imgEffect>
                  </a14:imgLayer>
                </a14:imgProps>
              </a:ext>
              <a:ext uri="{28A0092B-C50C-407E-A947-70E740481C1C}">
                <a14:useLocalDpi xmlns:a14="http://schemas.microsoft.com/office/drawing/2010/main" val="0"/>
              </a:ext>
            </a:extLst>
          </a:blip>
          <a:srcRect/>
          <a:stretch>
            <a:fillRect/>
          </a:stretch>
        </p:blipFill>
        <p:spPr bwMode="auto">
          <a:xfrm>
            <a:off x="80979" y="-90583"/>
            <a:ext cx="861878" cy="86187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D4D37299-4ECF-49CC-AD84-3C30531B7D20}"/>
              </a:ext>
            </a:extLst>
          </p:cNvPr>
          <p:cNvGraphicFramePr>
            <a:graphicFrameLocks noGrp="1"/>
          </p:cNvGraphicFramePr>
          <p:nvPr>
            <p:extLst>
              <p:ext uri="{D42A27DB-BD31-4B8C-83A1-F6EECF244321}">
                <p14:modId xmlns:p14="http://schemas.microsoft.com/office/powerpoint/2010/main" val="3018447373"/>
              </p:ext>
            </p:extLst>
          </p:nvPr>
        </p:nvGraphicFramePr>
        <p:xfrm>
          <a:off x="375840" y="1260937"/>
          <a:ext cx="11440319" cy="4465060"/>
        </p:xfrm>
        <a:graphic>
          <a:graphicData uri="http://schemas.openxmlformats.org/drawingml/2006/table">
            <a:tbl>
              <a:tblPr>
                <a:tableStyleId>{2D5ABB26-0587-4C30-8999-92F81FD0307C}</a:tableStyleId>
              </a:tblPr>
              <a:tblGrid>
                <a:gridCol w="923057">
                  <a:extLst>
                    <a:ext uri="{9D8B030D-6E8A-4147-A177-3AD203B41FA5}">
                      <a16:colId xmlns:a16="http://schemas.microsoft.com/office/drawing/2014/main" val="1353988800"/>
                    </a:ext>
                  </a:extLst>
                </a:gridCol>
                <a:gridCol w="10517262">
                  <a:extLst>
                    <a:ext uri="{9D8B030D-6E8A-4147-A177-3AD203B41FA5}">
                      <a16:colId xmlns:a16="http://schemas.microsoft.com/office/drawing/2014/main" val="741715693"/>
                    </a:ext>
                  </a:extLst>
                </a:gridCol>
              </a:tblGrid>
              <a:tr h="382459">
                <a:tc>
                  <a:txBody>
                    <a:bodyPr/>
                    <a:lstStyle/>
                    <a:p>
                      <a:pPr algn="l" fontAlgn="b"/>
                      <a:r>
                        <a:rPr lang="en-US" sz="2000" b="1" u="none" strike="noStrike">
                          <a:effectLst/>
                          <a:latin typeface="Bahnschrift" panose="020B0502040204020203" pitchFamily="34" charset="0"/>
                        </a:rPr>
                        <a:t>ID</a:t>
                      </a:r>
                      <a:endParaRPr lang="en-US" sz="2000" b="1" i="1" u="none" strike="noStrike">
                        <a:solidFill>
                          <a:srgbClr val="000000"/>
                        </a:solidFill>
                        <a:effectLst/>
                        <a:latin typeface="Bahnschrift" panose="020B0502040204020203" pitchFamily="34" charset="0"/>
                      </a:endParaRPr>
                    </a:p>
                  </a:txBody>
                  <a:tcPr marL="6585" marR="6585" marT="6585"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fontAlgn="b"/>
                      <a:r>
                        <a:rPr lang="en-US" sz="2000" b="1" u="none" strike="noStrike" dirty="0">
                          <a:effectLst/>
                          <a:latin typeface="Bahnschrift" panose="020B0502040204020203" pitchFamily="34" charset="0"/>
                        </a:rPr>
                        <a:t>Requirement Statement</a:t>
                      </a:r>
                      <a:endParaRPr lang="en-US" sz="2000" b="1" i="1" u="none" strike="noStrike" dirty="0">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1791371"/>
                  </a:ext>
                </a:extLst>
              </a:tr>
              <a:tr h="382459">
                <a:tc>
                  <a:txBody>
                    <a:bodyPr/>
                    <a:lstStyle/>
                    <a:p>
                      <a:pPr algn="l" fontAlgn="b"/>
                      <a:r>
                        <a:rPr lang="en-US" sz="1600" u="none" strike="noStrike">
                          <a:effectLst/>
                        </a:rPr>
                        <a:t>FR1</a:t>
                      </a:r>
                      <a:endParaRPr lang="en-US" sz="1600" b="0" i="0" u="none" strike="noStrike">
                        <a:solidFill>
                          <a:srgbClr val="000000"/>
                        </a:solidFill>
                        <a:effectLst/>
                        <a:latin typeface="Arial" panose="020B0604020202020204"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rPr>
                        <a:t>The system shall display a list of available destinations and corresponding fares.</a:t>
                      </a:r>
                      <a:endParaRPr lang="en-US" sz="1600" b="0" i="0" u="none" strike="noStrike" dirty="0">
                        <a:solidFill>
                          <a:srgbClr val="000000"/>
                        </a:solidFill>
                        <a:effectLst/>
                        <a:latin typeface="Arial" panose="020B0604020202020204"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4515130"/>
                  </a:ext>
                </a:extLst>
              </a:tr>
              <a:tr h="382459">
                <a:tc>
                  <a:txBody>
                    <a:bodyPr/>
                    <a:lstStyle/>
                    <a:p>
                      <a:pPr algn="l" fontAlgn="b"/>
                      <a:r>
                        <a:rPr lang="en-US" sz="1600" u="none" strike="noStrike">
                          <a:effectLst/>
                        </a:rPr>
                        <a:t>FR2</a:t>
                      </a:r>
                      <a:endParaRPr lang="en-US" sz="1600" b="0" i="0" u="none" strike="noStrike">
                        <a:solidFill>
                          <a:srgbClr val="000000"/>
                        </a:solidFill>
                        <a:effectLst/>
                        <a:latin typeface="Arial" panose="020B0604020202020204"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The system shall allow the user to select a single destination.</a:t>
                      </a:r>
                      <a:endParaRPr lang="en-US" sz="1600" b="0" i="0" u="none" strike="noStrike">
                        <a:solidFill>
                          <a:srgbClr val="000000"/>
                        </a:solidFill>
                        <a:effectLst/>
                        <a:latin typeface="Arial" panose="020B0604020202020204"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6256551"/>
                  </a:ext>
                </a:extLst>
              </a:tr>
              <a:tr h="382459">
                <a:tc>
                  <a:txBody>
                    <a:bodyPr/>
                    <a:lstStyle/>
                    <a:p>
                      <a:pPr algn="l" fontAlgn="b"/>
                      <a:r>
                        <a:rPr lang="en-US" sz="1600" u="none" strike="noStrike">
                          <a:effectLst/>
                        </a:rPr>
                        <a:t>FR3</a:t>
                      </a:r>
                      <a:endParaRPr lang="en-US" sz="1600" b="0" i="0" u="none" strike="noStrike">
                        <a:solidFill>
                          <a:srgbClr val="000000"/>
                        </a:solidFill>
                        <a:effectLst/>
                        <a:latin typeface="Arial" panose="020B0604020202020204"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The system shall accept payment via Credit Card.</a:t>
                      </a:r>
                      <a:endParaRPr lang="en-US" sz="1600" b="0" i="0" u="none" strike="noStrike">
                        <a:solidFill>
                          <a:srgbClr val="000000"/>
                        </a:solidFill>
                        <a:effectLst/>
                        <a:latin typeface="Arial" panose="020B0604020202020204"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6018642"/>
                  </a:ext>
                </a:extLst>
              </a:tr>
              <a:tr h="514402">
                <a:tc>
                  <a:txBody>
                    <a:bodyPr/>
                    <a:lstStyle/>
                    <a:p>
                      <a:pPr algn="l" fontAlgn="b"/>
                      <a:r>
                        <a:rPr lang="en-US" sz="1600" u="none" strike="noStrike">
                          <a:effectLst/>
                        </a:rPr>
                        <a:t>FR4</a:t>
                      </a:r>
                      <a:endParaRPr lang="en-US" sz="1600" b="0" i="0" u="none" strike="noStrike">
                        <a:solidFill>
                          <a:srgbClr val="000000"/>
                        </a:solidFill>
                        <a:effectLst/>
                        <a:latin typeface="Arial" panose="020B0604020202020204"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rPr>
                        <a:t>The system shall accept payment via digital wallet QR Code (e.g., Momo, </a:t>
                      </a:r>
                      <a:r>
                        <a:rPr lang="en-US" sz="1600" u="none" strike="noStrike" dirty="0" err="1">
                          <a:effectLst/>
                        </a:rPr>
                        <a:t>VNPay</a:t>
                      </a:r>
                      <a:r>
                        <a:rPr lang="en-US" sz="1600" u="none" strike="noStrike" dirty="0">
                          <a:effectLst/>
                        </a:rPr>
                        <a:t>, </a:t>
                      </a:r>
                      <a:r>
                        <a:rPr lang="en-US" sz="1600" u="none" strike="noStrike" dirty="0" err="1">
                          <a:effectLst/>
                        </a:rPr>
                        <a:t>ZaloPay</a:t>
                      </a:r>
                      <a:r>
                        <a:rPr lang="en-US" sz="1600" u="none" strike="noStrike" dirty="0">
                          <a:effectLst/>
                        </a:rPr>
                        <a:t>).</a:t>
                      </a:r>
                      <a:endParaRPr lang="en-US" sz="1600" b="0" i="0" u="none" strike="noStrike" dirty="0">
                        <a:solidFill>
                          <a:srgbClr val="000000"/>
                        </a:solidFill>
                        <a:effectLst/>
                        <a:latin typeface="Arial" panose="020B0604020202020204"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286729"/>
                  </a:ext>
                </a:extLst>
              </a:tr>
              <a:tr h="508527">
                <a:tc>
                  <a:txBody>
                    <a:bodyPr/>
                    <a:lstStyle/>
                    <a:p>
                      <a:pPr algn="l" fontAlgn="b"/>
                      <a:r>
                        <a:rPr lang="en-US" sz="1600" u="none" strike="noStrike" dirty="0">
                          <a:effectLst/>
                        </a:rPr>
                        <a:t>FR5</a:t>
                      </a:r>
                      <a:endParaRPr lang="en-US" sz="1600" b="0" i="0" u="none" strike="noStrike" dirty="0">
                        <a:solidFill>
                          <a:srgbClr val="000000"/>
                        </a:solidFill>
                        <a:effectLst/>
                        <a:latin typeface="Arial" panose="020B0604020202020204"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rPr>
                        <a:t>The system shall communicate with the banking system to validate and process credit card transactions.</a:t>
                      </a:r>
                      <a:endParaRPr lang="en-US" sz="1600" b="0" i="0" u="none" strike="noStrike" dirty="0">
                        <a:solidFill>
                          <a:srgbClr val="000000"/>
                        </a:solidFill>
                        <a:effectLst/>
                        <a:latin typeface="Arial" panose="020B0604020202020204"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2071075"/>
                  </a:ext>
                </a:extLst>
              </a:tr>
              <a:tr h="382459">
                <a:tc>
                  <a:txBody>
                    <a:bodyPr/>
                    <a:lstStyle/>
                    <a:p>
                      <a:pPr algn="l" fontAlgn="b"/>
                      <a:r>
                        <a:rPr lang="en-US" sz="1600" u="none" strike="noStrike">
                          <a:effectLst/>
                        </a:rPr>
                        <a:t>FR6</a:t>
                      </a:r>
                      <a:endParaRPr lang="en-US" sz="1600" b="0" i="0" u="none" strike="noStrike">
                        <a:solidFill>
                          <a:srgbClr val="000000"/>
                        </a:solidFill>
                        <a:effectLst/>
                        <a:latin typeface="Arial" panose="020B0604020202020204"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The system shall communicate with digital payment service providers to process QR code transactions.</a:t>
                      </a:r>
                      <a:endParaRPr lang="en-US" sz="1600" b="0" i="0" u="none" strike="noStrike">
                        <a:solidFill>
                          <a:srgbClr val="000000"/>
                        </a:solidFill>
                        <a:effectLst/>
                        <a:latin typeface="Arial" panose="020B0604020202020204"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5458626"/>
                  </a:ext>
                </a:extLst>
              </a:tr>
              <a:tr h="382459">
                <a:tc>
                  <a:txBody>
                    <a:bodyPr/>
                    <a:lstStyle/>
                    <a:p>
                      <a:pPr algn="l" fontAlgn="b"/>
                      <a:r>
                        <a:rPr lang="en-US" sz="1600" u="none" strike="noStrike">
                          <a:effectLst/>
                        </a:rPr>
                        <a:t>FR7</a:t>
                      </a:r>
                      <a:endParaRPr lang="en-US" sz="1600" b="0" i="0" u="none" strike="noStrike">
                        <a:solidFill>
                          <a:srgbClr val="000000"/>
                        </a:solidFill>
                        <a:effectLst/>
                        <a:latin typeface="Arial" panose="020B0604020202020204"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The system shall issue a paper ticket with a bar code upon successful payment.</a:t>
                      </a:r>
                      <a:endParaRPr lang="en-US" sz="1600" b="0" i="0" u="none" strike="noStrike">
                        <a:solidFill>
                          <a:srgbClr val="000000"/>
                        </a:solidFill>
                        <a:effectLst/>
                        <a:latin typeface="Arial" panose="020B0604020202020204"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8315000"/>
                  </a:ext>
                </a:extLst>
              </a:tr>
              <a:tr h="382459">
                <a:tc>
                  <a:txBody>
                    <a:bodyPr/>
                    <a:lstStyle/>
                    <a:p>
                      <a:pPr algn="l" fontAlgn="b"/>
                      <a:r>
                        <a:rPr lang="en-US" sz="1600" u="none" strike="noStrike">
                          <a:effectLst/>
                        </a:rPr>
                        <a:t>FR8</a:t>
                      </a:r>
                      <a:endParaRPr lang="en-US" sz="1600" b="0" i="0" u="none" strike="noStrike">
                        <a:solidFill>
                          <a:srgbClr val="000000"/>
                        </a:solidFill>
                        <a:effectLst/>
                        <a:latin typeface="Arial" panose="020B0604020202020204"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The system shall display a transaction error message if payment fails.</a:t>
                      </a:r>
                      <a:endParaRPr lang="en-US" sz="1600" b="0" i="0" u="none" strike="noStrike">
                        <a:solidFill>
                          <a:srgbClr val="000000"/>
                        </a:solidFill>
                        <a:effectLst/>
                        <a:latin typeface="Arial" panose="020B0604020202020204"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7808243"/>
                  </a:ext>
                </a:extLst>
              </a:tr>
              <a:tr h="382459">
                <a:tc>
                  <a:txBody>
                    <a:bodyPr/>
                    <a:lstStyle/>
                    <a:p>
                      <a:pPr algn="l" fontAlgn="b"/>
                      <a:r>
                        <a:rPr lang="en-US" sz="1600" u="none" strike="noStrike">
                          <a:effectLst/>
                        </a:rPr>
                        <a:t>FR9</a:t>
                      </a:r>
                      <a:endParaRPr lang="en-US" sz="1600" b="0" i="0" u="none" strike="noStrike">
                        <a:solidFill>
                          <a:srgbClr val="000000"/>
                        </a:solidFill>
                        <a:effectLst/>
                        <a:latin typeface="Arial" panose="020B0604020202020204"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The system shall allow the user to cancel the transaction at any time before payment is completed.</a:t>
                      </a:r>
                      <a:endParaRPr lang="en-US" sz="1600" b="0" i="0" u="none" strike="noStrike">
                        <a:solidFill>
                          <a:srgbClr val="000000"/>
                        </a:solidFill>
                        <a:effectLst/>
                        <a:latin typeface="Arial" panose="020B0604020202020204"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3884280"/>
                  </a:ext>
                </a:extLst>
              </a:tr>
              <a:tr h="382459">
                <a:tc>
                  <a:txBody>
                    <a:bodyPr/>
                    <a:lstStyle/>
                    <a:p>
                      <a:pPr algn="l" fontAlgn="b"/>
                      <a:r>
                        <a:rPr lang="en-US" sz="1600" u="none" strike="noStrike">
                          <a:effectLst/>
                        </a:rPr>
                        <a:t>FR10</a:t>
                      </a:r>
                      <a:endParaRPr lang="en-US" sz="1600" b="0" i="0" u="none" strike="noStrike">
                        <a:solidFill>
                          <a:srgbClr val="000000"/>
                        </a:solidFill>
                        <a:effectLst/>
                        <a:latin typeface="Arial" panose="020B0604020202020204"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b"/>
                      <a:r>
                        <a:rPr lang="en-US" sz="1600" u="none" strike="noStrike" dirty="0">
                          <a:effectLst/>
                        </a:rPr>
                        <a:t>The system shall display instructions and prompts to guide the user through the ticket purchasing process.</a:t>
                      </a:r>
                      <a:endParaRPr lang="en-US" sz="1600" b="0" i="0" u="none" strike="noStrike" dirty="0">
                        <a:solidFill>
                          <a:srgbClr val="000000"/>
                        </a:solidFill>
                        <a:effectLst/>
                        <a:latin typeface="Arial" panose="020B0604020202020204"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57479240"/>
                  </a:ext>
                </a:extLst>
              </a:tr>
            </a:tbl>
          </a:graphicData>
        </a:graphic>
      </p:graphicFrame>
    </p:spTree>
    <p:extLst>
      <p:ext uri="{BB962C8B-B14F-4D97-AF65-F5344CB8AC3E}">
        <p14:creationId xmlns:p14="http://schemas.microsoft.com/office/powerpoint/2010/main" val="480830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DA84533-48FC-4AB1-BED2-C6C76132A224}"/>
              </a:ext>
            </a:extLst>
          </p:cNvPr>
          <p:cNvGraphicFramePr>
            <a:graphicFrameLocks noGrp="1"/>
          </p:cNvGraphicFramePr>
          <p:nvPr>
            <p:extLst>
              <p:ext uri="{D42A27DB-BD31-4B8C-83A1-F6EECF244321}">
                <p14:modId xmlns:p14="http://schemas.microsoft.com/office/powerpoint/2010/main" val="1941901038"/>
              </p:ext>
            </p:extLst>
          </p:nvPr>
        </p:nvGraphicFramePr>
        <p:xfrm>
          <a:off x="202406" y="1228933"/>
          <a:ext cx="11787188" cy="4544098"/>
        </p:xfrm>
        <a:graphic>
          <a:graphicData uri="http://schemas.openxmlformats.org/drawingml/2006/table">
            <a:tbl>
              <a:tblPr>
                <a:tableStyleId>{2D5ABB26-0587-4C30-8999-92F81FD0307C}</a:tableStyleId>
              </a:tblPr>
              <a:tblGrid>
                <a:gridCol w="663784">
                  <a:extLst>
                    <a:ext uri="{9D8B030D-6E8A-4147-A177-3AD203B41FA5}">
                      <a16:colId xmlns:a16="http://schemas.microsoft.com/office/drawing/2014/main" val="1793394946"/>
                    </a:ext>
                  </a:extLst>
                </a:gridCol>
                <a:gridCol w="7563111">
                  <a:extLst>
                    <a:ext uri="{9D8B030D-6E8A-4147-A177-3AD203B41FA5}">
                      <a16:colId xmlns:a16="http://schemas.microsoft.com/office/drawing/2014/main" val="977957196"/>
                    </a:ext>
                  </a:extLst>
                </a:gridCol>
                <a:gridCol w="1924591">
                  <a:extLst>
                    <a:ext uri="{9D8B030D-6E8A-4147-A177-3AD203B41FA5}">
                      <a16:colId xmlns:a16="http://schemas.microsoft.com/office/drawing/2014/main" val="2285798476"/>
                    </a:ext>
                  </a:extLst>
                </a:gridCol>
                <a:gridCol w="1635702">
                  <a:extLst>
                    <a:ext uri="{9D8B030D-6E8A-4147-A177-3AD203B41FA5}">
                      <a16:colId xmlns:a16="http://schemas.microsoft.com/office/drawing/2014/main" val="1948891542"/>
                    </a:ext>
                  </a:extLst>
                </a:gridCol>
              </a:tblGrid>
              <a:tr h="509935">
                <a:tc>
                  <a:txBody>
                    <a:bodyPr/>
                    <a:lstStyle/>
                    <a:p>
                      <a:pPr algn="l" fontAlgn="b"/>
                      <a:r>
                        <a:rPr lang="en-US" sz="1600" b="1" u="none" strike="noStrike" dirty="0">
                          <a:effectLst/>
                          <a:latin typeface="Bahnschrift" panose="020B0502040204020203" pitchFamily="34" charset="0"/>
                        </a:rPr>
                        <a:t>ID</a:t>
                      </a:r>
                      <a:endParaRPr lang="en-US" sz="1600" b="1" i="1" u="none" strike="noStrike" dirty="0">
                        <a:solidFill>
                          <a:srgbClr val="000000"/>
                        </a:solidFill>
                        <a:effectLst/>
                        <a:latin typeface="Bahnschrift" panose="020B0502040204020203" pitchFamily="34" charset="0"/>
                      </a:endParaRPr>
                    </a:p>
                  </a:txBody>
                  <a:tcPr marL="6585" marR="6585" marT="6585"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fontAlgn="b"/>
                      <a:r>
                        <a:rPr lang="en-US" sz="1600" b="1" u="none" strike="noStrike" dirty="0">
                          <a:effectLst/>
                          <a:latin typeface="Bahnschrift" panose="020B0502040204020203" pitchFamily="34" charset="0"/>
                        </a:rPr>
                        <a:t>Requirement Statement</a:t>
                      </a:r>
                      <a:endParaRPr lang="en-US" sz="1600" b="1" i="1" u="none" strike="noStrike" dirty="0">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fontAlgn="b"/>
                      <a:r>
                        <a:rPr lang="en-US" sz="1600" b="1" u="none" strike="noStrike">
                          <a:effectLst/>
                          <a:latin typeface="Bahnschrift" panose="020B0502040204020203" pitchFamily="34" charset="0"/>
                        </a:rPr>
                        <a:t>Type</a:t>
                      </a:r>
                      <a:endParaRPr lang="en-US" sz="1600" b="1" i="1"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fontAlgn="b"/>
                      <a:r>
                        <a:rPr lang="en-US" sz="1600" b="1" u="none" strike="noStrike" dirty="0">
                          <a:effectLst/>
                          <a:latin typeface="Bahnschrift" panose="020B0502040204020203" pitchFamily="34" charset="0"/>
                        </a:rPr>
                        <a:t>Metric</a:t>
                      </a:r>
                      <a:endParaRPr lang="en-US" sz="1600" b="1" i="1" u="none" strike="noStrike" dirty="0">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6368334"/>
                  </a:ext>
                </a:extLst>
              </a:tr>
              <a:tr h="509935">
                <a:tc>
                  <a:txBody>
                    <a:bodyPr/>
                    <a:lstStyle/>
                    <a:p>
                      <a:pPr algn="l" fontAlgn="b"/>
                      <a:r>
                        <a:rPr lang="en-US" sz="1600" u="none" strike="noStrike">
                          <a:effectLst/>
                        </a:rPr>
                        <a:t>NFR1</a:t>
                      </a:r>
                      <a:endParaRPr lang="en-US" sz="1600" b="0" i="0" u="none" strike="noStrike">
                        <a:solidFill>
                          <a:srgbClr val="000000"/>
                        </a:solidFill>
                        <a:effectLst/>
                        <a:latin typeface="Bahnschrift" panose="020B0502040204020203"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rPr>
                        <a:t>Response Time:  The system shall display the destination menu within  2 seconds  after the "Start" button is pressed.</a:t>
                      </a:r>
                      <a:endParaRPr lang="en-US" sz="1600" b="0" i="0" u="none" strike="noStrike" dirty="0">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Performance</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Response Time</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5220593"/>
                  </a:ext>
                </a:extLst>
              </a:tr>
              <a:tr h="990223">
                <a:tc>
                  <a:txBody>
                    <a:bodyPr/>
                    <a:lstStyle/>
                    <a:p>
                      <a:pPr algn="l" fontAlgn="b"/>
                      <a:r>
                        <a:rPr lang="en-US" sz="1600" u="none" strike="noStrike">
                          <a:effectLst/>
                        </a:rPr>
                        <a:t>NFR2</a:t>
                      </a:r>
                      <a:endParaRPr lang="en-US" sz="1600" b="0" i="0" u="none" strike="noStrike">
                        <a:solidFill>
                          <a:srgbClr val="000000"/>
                        </a:solidFill>
                        <a:effectLst/>
                        <a:latin typeface="Bahnschrift" panose="020B0502040204020203"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Response Time:  The system shall complete the payment validation (Credit Card or QR Code) and issue the ticket within a maximum of  10 seconds  from the moment the payment is confirmed.</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Performance</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rPr>
                        <a:t>Response Time</a:t>
                      </a:r>
                      <a:endParaRPr lang="en-US" sz="1600" b="0" i="0" u="none" strike="noStrike" dirty="0">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2940945"/>
                  </a:ext>
                </a:extLst>
              </a:tr>
              <a:tr h="447149">
                <a:tc>
                  <a:txBody>
                    <a:bodyPr/>
                    <a:lstStyle/>
                    <a:p>
                      <a:pPr algn="l" fontAlgn="b"/>
                      <a:r>
                        <a:rPr lang="en-US" sz="1600" u="none" strike="noStrike">
                          <a:effectLst/>
                        </a:rPr>
                        <a:t>NFR3</a:t>
                      </a:r>
                      <a:endParaRPr lang="en-US" sz="1600" b="0" i="0" u="none" strike="noStrike">
                        <a:solidFill>
                          <a:srgbClr val="000000"/>
                        </a:solidFill>
                        <a:effectLst/>
                        <a:latin typeface="Bahnschrift" panose="020B0502040204020203"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rPr>
                        <a:t>Reliability:  The system shall be operational and available for use  99.5%  of the time during public transport operating hours (e.g., 05:00 to 23:00).</a:t>
                      </a:r>
                      <a:endParaRPr lang="en-US" sz="1600" b="0" i="0" u="none" strike="noStrike" dirty="0">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u="none" strike="noStrike" dirty="0">
                          <a:effectLst/>
                        </a:rPr>
                        <a:t>Reliability/Availability</a:t>
                      </a:r>
                      <a:endParaRPr lang="en-US" sz="1400" b="0" i="0" u="none" strike="noStrike" dirty="0">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MTBF/Availability (%)</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2369683"/>
                  </a:ext>
                </a:extLst>
              </a:tr>
              <a:tr h="509935">
                <a:tc>
                  <a:txBody>
                    <a:bodyPr/>
                    <a:lstStyle/>
                    <a:p>
                      <a:pPr algn="l" fontAlgn="b"/>
                      <a:r>
                        <a:rPr lang="en-US" sz="1600" u="none" strike="noStrike">
                          <a:effectLst/>
                        </a:rPr>
                        <a:t>NFR4</a:t>
                      </a:r>
                      <a:endParaRPr lang="en-US" sz="1600" b="0" i="0" u="none" strike="noStrike">
                        <a:solidFill>
                          <a:srgbClr val="000000"/>
                        </a:solidFill>
                        <a:effectLst/>
                        <a:latin typeface="Bahnschrift" panose="020B0502040204020203"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Reliability:  The system shall successfully process  99.9%  of all completed payment transactions without error.</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Reliability/Accuracy</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Success Rate (%)</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2196633"/>
                  </a:ext>
                </a:extLst>
              </a:tr>
              <a:tr h="509935">
                <a:tc>
                  <a:txBody>
                    <a:bodyPr/>
                    <a:lstStyle/>
                    <a:p>
                      <a:pPr algn="l" fontAlgn="b"/>
                      <a:r>
                        <a:rPr lang="en-US" sz="1600" u="none" strike="noStrike">
                          <a:effectLst/>
                        </a:rPr>
                        <a:t>NFR5</a:t>
                      </a:r>
                      <a:endParaRPr lang="en-US" sz="1600" b="0" i="0" u="none" strike="noStrike">
                        <a:solidFill>
                          <a:srgbClr val="000000"/>
                        </a:solidFill>
                        <a:effectLst/>
                        <a:latin typeface="Bahnschrift" panose="020B0502040204020203"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Security:  The system shall use industry-standard encryption (e.g., SSL/TLS) for all communication with external banking and digital wallet systems.</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Security</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Encryption Standard</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381249"/>
                  </a:ext>
                </a:extLst>
              </a:tr>
              <a:tr h="509935">
                <a:tc>
                  <a:txBody>
                    <a:bodyPr/>
                    <a:lstStyle/>
                    <a:p>
                      <a:pPr algn="l" fontAlgn="b"/>
                      <a:r>
                        <a:rPr lang="en-US" sz="1600" u="none" strike="noStrike">
                          <a:effectLst/>
                        </a:rPr>
                        <a:t>NFR6</a:t>
                      </a:r>
                      <a:endParaRPr lang="en-US" sz="1600" b="0" i="0" u="none" strike="noStrike">
                        <a:solidFill>
                          <a:srgbClr val="000000"/>
                        </a:solidFill>
                        <a:effectLst/>
                        <a:latin typeface="Bahnschrift" panose="020B0502040204020203"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Usability:  The touch screen interface shall be readable and usable in direct sunlight and in low-light conditions.</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Usability</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a:effectLst/>
                        </a:rPr>
                        <a:t>Accessibility/Visibility</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66701"/>
                  </a:ext>
                </a:extLst>
              </a:tr>
              <a:tr h="509935">
                <a:tc>
                  <a:txBody>
                    <a:bodyPr/>
                    <a:lstStyle/>
                    <a:p>
                      <a:pPr algn="l" fontAlgn="b"/>
                      <a:r>
                        <a:rPr lang="en-US" sz="1600" u="none" strike="noStrike" dirty="0">
                          <a:effectLst/>
                        </a:rPr>
                        <a:t>NFR7</a:t>
                      </a:r>
                      <a:endParaRPr lang="en-US" sz="1600" b="0" i="0" u="none" strike="noStrike" dirty="0">
                        <a:solidFill>
                          <a:srgbClr val="000000"/>
                        </a:solidFill>
                        <a:effectLst/>
                        <a:latin typeface="Bahnschrift" panose="020B0502040204020203" pitchFamily="34" charset="0"/>
                      </a:endParaRPr>
                    </a:p>
                  </a:txBody>
                  <a:tcPr marL="6585" marR="6585" marT="658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b"/>
                      <a:r>
                        <a:rPr lang="en-US" sz="1600" u="none" strike="noStrike">
                          <a:effectLst/>
                        </a:rPr>
                        <a:t>Maintainability:  The system shall provide remote diagnostic capabilities for monitoring ticket stock, paper levels, and hardware status.</a:t>
                      </a:r>
                      <a:endParaRPr lang="en-US" sz="1600" b="0" i="0" u="none" strike="noStrike">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b"/>
                      <a:r>
                        <a:rPr lang="en-US" sz="1600" u="none" strike="noStrike" dirty="0">
                          <a:effectLst/>
                        </a:rPr>
                        <a:t>Maintainability</a:t>
                      </a:r>
                      <a:endParaRPr lang="en-US" sz="1600" b="0" i="0" u="none" strike="noStrike" dirty="0">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b"/>
                      <a:r>
                        <a:rPr lang="en-US" sz="1600" u="none" strike="noStrike" dirty="0">
                          <a:effectLst/>
                        </a:rPr>
                        <a:t>Remote Monitoring</a:t>
                      </a:r>
                      <a:endParaRPr lang="en-US" sz="1600" b="0" i="0" u="none" strike="noStrike" dirty="0">
                        <a:solidFill>
                          <a:srgbClr val="000000"/>
                        </a:solidFill>
                        <a:effectLst/>
                        <a:latin typeface="Bahnschrift" panose="020B0502040204020203" pitchFamily="34" charset="0"/>
                      </a:endParaRPr>
                    </a:p>
                  </a:txBody>
                  <a:tcPr marL="6585" marR="6585" marT="658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976824"/>
                  </a:ext>
                </a:extLst>
              </a:tr>
            </a:tbl>
          </a:graphicData>
        </a:graphic>
      </p:graphicFrame>
      <p:sp>
        <p:nvSpPr>
          <p:cNvPr id="12" name="Title 1">
            <a:extLst>
              <a:ext uri="{FF2B5EF4-FFF2-40B4-BE49-F238E27FC236}">
                <a16:creationId xmlns:a16="http://schemas.microsoft.com/office/drawing/2014/main" id="{683C3AC3-D769-41D7-9C5D-0F543CB3C912}"/>
              </a:ext>
            </a:extLst>
          </p:cNvPr>
          <p:cNvSpPr>
            <a:spLocks noGrp="1"/>
          </p:cNvSpPr>
          <p:nvPr>
            <p:ph type="title"/>
          </p:nvPr>
        </p:nvSpPr>
        <p:spPr>
          <a:xfrm>
            <a:off x="960000" y="389495"/>
            <a:ext cx="10272000" cy="763600"/>
          </a:xfrm>
        </p:spPr>
        <p:txBody>
          <a:bodyPr/>
          <a:lstStyle/>
          <a:p>
            <a:r>
              <a:rPr lang="en-US" i="1" dirty="0">
                <a:latin typeface="Cascadia Code SemiBold" panose="020B0609020000020004" pitchFamily="49" charset="0"/>
                <a:cs typeface="Cascadia Code SemiBold" panose="020B0609020000020004" pitchFamily="49" charset="0"/>
              </a:rPr>
              <a:t>NON-FUNCTIONAL REQUIREMENTS</a:t>
            </a:r>
          </a:p>
        </p:txBody>
      </p:sp>
      <p:pic>
        <p:nvPicPr>
          <p:cNvPr id="13" name="Picture 12" descr="Download logo trường Đại học Tôn Đức Thắng (TDTU) file vector AI, EPS, SVG,  CDR, PS, PNG không nền – Logo Trường Học">
            <a:extLst>
              <a:ext uri="{FF2B5EF4-FFF2-40B4-BE49-F238E27FC236}">
                <a16:creationId xmlns:a16="http://schemas.microsoft.com/office/drawing/2014/main" id="{9329BFF4-6C82-45A9-9965-2356414444B2}"/>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4375" r="93500">
                        <a14:foregroundMark x1="7500" y1="47875" x2="11625" y2="48375"/>
                        <a14:foregroundMark x1="6625" y1="70250" x2="9750" y2="70250"/>
                        <a14:foregroundMark x1="5750" y1="49250" x2="8000" y2="49250"/>
                        <a14:foregroundMark x1="4375" y1="74750" x2="6625" y2="74750"/>
                        <a14:foregroundMark x1="90750" y1="27500" x2="90750" y2="27500"/>
                        <a14:foregroundMark x1="93500" y1="26125" x2="92125" y2="26125"/>
                      </a14:backgroundRemoval>
                    </a14:imgEffect>
                  </a14:imgLayer>
                </a14:imgProps>
              </a:ext>
              <a:ext uri="{28A0092B-C50C-407E-A947-70E740481C1C}">
                <a14:useLocalDpi xmlns:a14="http://schemas.microsoft.com/office/drawing/2010/main" val="0"/>
              </a:ext>
            </a:extLst>
          </a:blip>
          <a:srcRect/>
          <a:stretch>
            <a:fillRect/>
          </a:stretch>
        </p:blipFill>
        <p:spPr bwMode="auto">
          <a:xfrm>
            <a:off x="80979" y="-90583"/>
            <a:ext cx="861878" cy="861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656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C4B1E7A2-7B1C-4D23-AE88-3EF1B46AF531}"/>
              </a:ext>
            </a:extLst>
          </p:cNvPr>
          <p:cNvGraphicFramePr>
            <a:graphicFrameLocks noGrp="1"/>
          </p:cNvGraphicFramePr>
          <p:nvPr>
            <p:extLst>
              <p:ext uri="{D42A27DB-BD31-4B8C-83A1-F6EECF244321}">
                <p14:modId xmlns:p14="http://schemas.microsoft.com/office/powerpoint/2010/main" val="2542873728"/>
              </p:ext>
            </p:extLst>
          </p:nvPr>
        </p:nvGraphicFramePr>
        <p:xfrm>
          <a:off x="315515" y="1241633"/>
          <a:ext cx="11324035" cy="3213358"/>
        </p:xfrm>
        <a:graphic>
          <a:graphicData uri="http://schemas.openxmlformats.org/drawingml/2006/table">
            <a:tbl>
              <a:tblPr>
                <a:tableStyleId>{2D5ABB26-0587-4C30-8999-92F81FD0307C}</a:tableStyleId>
              </a:tblPr>
              <a:tblGrid>
                <a:gridCol w="932793">
                  <a:extLst>
                    <a:ext uri="{9D8B030D-6E8A-4147-A177-3AD203B41FA5}">
                      <a16:colId xmlns:a16="http://schemas.microsoft.com/office/drawing/2014/main" val="1793394946"/>
                    </a:ext>
                  </a:extLst>
                </a:gridCol>
                <a:gridCol w="10391242">
                  <a:extLst>
                    <a:ext uri="{9D8B030D-6E8A-4147-A177-3AD203B41FA5}">
                      <a16:colId xmlns:a16="http://schemas.microsoft.com/office/drawing/2014/main" val="977957196"/>
                    </a:ext>
                  </a:extLst>
                </a:gridCol>
              </a:tblGrid>
              <a:tr h="509935">
                <a:tc>
                  <a:txBody>
                    <a:bodyPr/>
                    <a:lstStyle/>
                    <a:p>
                      <a:pPr algn="l" fontAlgn="b"/>
                      <a:r>
                        <a:rPr lang="en-US" sz="2400" u="none" strike="noStrike">
                          <a:effectLst/>
                        </a:rPr>
                        <a:t>DR1</a:t>
                      </a:r>
                      <a:endParaRPr lang="en-US" sz="2400" b="0" i="0" u="none" strike="noStrike">
                        <a:solidFill>
                          <a:srgbClr val="000000"/>
                        </a:solidFill>
                        <a:effectLst/>
                        <a:latin typeface="Arial" panose="020B0604020202020204" pitchFamily="34" charset="0"/>
                      </a:endParaRPr>
                    </a:p>
                  </a:txBody>
                  <a:tcPr marL="9525" marR="9525" marT="9525"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fontAlgn="b"/>
                      <a:r>
                        <a:rPr lang="en-US" sz="2400" u="none" strike="noStrike" dirty="0">
                          <a:effectLst/>
                        </a:rPr>
                        <a:t>The system shall comply with the fare structure and zoning regulations defined by the Ben Thanh Metro Authority.</a:t>
                      </a:r>
                      <a:endParaRPr lang="en-US" sz="2400" b="0"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6368334"/>
                  </a:ext>
                </a:extLst>
              </a:tr>
              <a:tr h="509935">
                <a:tc>
                  <a:txBody>
                    <a:bodyPr/>
                    <a:lstStyle/>
                    <a:p>
                      <a:pPr algn="l" fontAlgn="b"/>
                      <a:r>
                        <a:rPr lang="en-US" sz="2400" u="none" strike="noStrike">
                          <a:effectLst/>
                        </a:rPr>
                        <a:t>DR2</a:t>
                      </a:r>
                      <a:endParaRPr lang="en-US" sz="2400" b="0" i="0" u="none" strike="noStrike">
                        <a:solidFill>
                          <a:srgbClr val="000000"/>
                        </a:solidFill>
                        <a:effectLst/>
                        <a:latin typeface="Arial" panose="020B0604020202020204" pitchFamily="34"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u="none" strike="noStrike" dirty="0">
                          <a:effectLst/>
                        </a:rPr>
                        <a:t>The system shall be integrated with the Smart Ticketing System database to ensure up-to-date route and fare information.</a:t>
                      </a:r>
                      <a:endParaRPr lang="en-US" sz="2400" b="0"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5220593"/>
                  </a:ext>
                </a:extLst>
              </a:tr>
              <a:tr h="990223">
                <a:tc>
                  <a:txBody>
                    <a:bodyPr/>
                    <a:lstStyle/>
                    <a:p>
                      <a:pPr algn="l" fontAlgn="b"/>
                      <a:r>
                        <a:rPr lang="en-US" sz="2400" u="none" strike="noStrike">
                          <a:effectLst/>
                        </a:rPr>
                        <a:t>DR3</a:t>
                      </a:r>
                      <a:endParaRPr lang="en-US" sz="2400" b="0" i="0" u="none" strike="noStrike">
                        <a:solidFill>
                          <a:srgbClr val="000000"/>
                        </a:solidFill>
                        <a:effectLst/>
                        <a:latin typeface="Arial" panose="020B0604020202020204" pitchFamily="34"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u="none" strike="noStrike" dirty="0">
                          <a:effectLst/>
                        </a:rPr>
                        <a:t>The system shall track and report the sale of tickets by route for daily and monthly auditing purposes.</a:t>
                      </a:r>
                      <a:endParaRPr lang="en-US" sz="2400" b="0"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2940945"/>
                  </a:ext>
                </a:extLst>
              </a:tr>
              <a:tr h="447149">
                <a:tc>
                  <a:txBody>
                    <a:bodyPr/>
                    <a:lstStyle/>
                    <a:p>
                      <a:pPr algn="l" fontAlgn="b"/>
                      <a:r>
                        <a:rPr lang="en-US" sz="2400" u="none" strike="noStrike">
                          <a:effectLst/>
                        </a:rPr>
                        <a:t>DR4</a:t>
                      </a:r>
                      <a:endParaRPr lang="en-US" sz="2400" b="0" i="0" u="none" strike="noStrike">
                        <a:solidFill>
                          <a:srgbClr val="000000"/>
                        </a:solidFill>
                        <a:effectLst/>
                        <a:latin typeface="Arial" panose="020B0604020202020204" pitchFamily="34"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b"/>
                      <a:r>
                        <a:rPr lang="en-US" sz="2400" u="none" strike="noStrike" dirty="0">
                          <a:effectLst/>
                        </a:rPr>
                        <a:t>The system shall print tickets that conform to the physical dimensions and bar code format specified by the public transport access gates.</a:t>
                      </a:r>
                      <a:endParaRPr lang="en-US" sz="2400" b="0"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32369683"/>
                  </a:ext>
                </a:extLst>
              </a:tr>
            </a:tbl>
          </a:graphicData>
        </a:graphic>
      </p:graphicFrame>
      <p:sp>
        <p:nvSpPr>
          <p:cNvPr id="12" name="Title 1">
            <a:extLst>
              <a:ext uri="{FF2B5EF4-FFF2-40B4-BE49-F238E27FC236}">
                <a16:creationId xmlns:a16="http://schemas.microsoft.com/office/drawing/2014/main" id="{A411DB83-F374-4C6E-86C5-FF4EC869A182}"/>
              </a:ext>
            </a:extLst>
          </p:cNvPr>
          <p:cNvSpPr>
            <a:spLocks noGrp="1"/>
          </p:cNvSpPr>
          <p:nvPr>
            <p:ph type="title"/>
          </p:nvPr>
        </p:nvSpPr>
        <p:spPr>
          <a:xfrm>
            <a:off x="960000" y="389495"/>
            <a:ext cx="10272000" cy="763600"/>
          </a:xfrm>
        </p:spPr>
        <p:txBody>
          <a:bodyPr/>
          <a:lstStyle/>
          <a:p>
            <a:r>
              <a:rPr lang="en-US" i="1" dirty="0">
                <a:latin typeface="Cascadia Code SemiBold" panose="020B0609020000020004" pitchFamily="49" charset="0"/>
                <a:cs typeface="Cascadia Code SemiBold" panose="020B0609020000020004" pitchFamily="49" charset="0"/>
              </a:rPr>
              <a:t>DOMAIN REQUIREMENTS</a:t>
            </a:r>
          </a:p>
        </p:txBody>
      </p:sp>
      <p:pic>
        <p:nvPicPr>
          <p:cNvPr id="13" name="Picture 12" descr="Download logo trường Đại học Tôn Đức Thắng (TDTU) file vector AI, EPS, SVG,  CDR, PS, PNG không nền – Logo Trường Học">
            <a:extLst>
              <a:ext uri="{FF2B5EF4-FFF2-40B4-BE49-F238E27FC236}">
                <a16:creationId xmlns:a16="http://schemas.microsoft.com/office/drawing/2014/main" id="{F80B52DC-5620-43CA-8CE4-67CFD00FDDF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4375" r="93500">
                        <a14:foregroundMark x1="7500" y1="47875" x2="11625" y2="48375"/>
                        <a14:foregroundMark x1="6625" y1="70250" x2="9750" y2="70250"/>
                        <a14:foregroundMark x1="5750" y1="49250" x2="8000" y2="49250"/>
                        <a14:foregroundMark x1="4375" y1="74750" x2="6625" y2="74750"/>
                        <a14:foregroundMark x1="90750" y1="27500" x2="90750" y2="27500"/>
                        <a14:foregroundMark x1="93500" y1="26125" x2="92125" y2="26125"/>
                      </a14:backgroundRemoval>
                    </a14:imgEffect>
                  </a14:imgLayer>
                </a14:imgProps>
              </a:ext>
              <a:ext uri="{28A0092B-C50C-407E-A947-70E740481C1C}">
                <a14:useLocalDpi xmlns:a14="http://schemas.microsoft.com/office/drawing/2010/main" val="0"/>
              </a:ext>
            </a:extLst>
          </a:blip>
          <a:srcRect/>
          <a:stretch>
            <a:fillRect/>
          </a:stretch>
        </p:blipFill>
        <p:spPr bwMode="auto">
          <a:xfrm>
            <a:off x="80979" y="-90583"/>
            <a:ext cx="861878" cy="861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7214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EBF9FF-2690-4618-BE08-0274AEB52346}"/>
              </a:ext>
            </a:extLst>
          </p:cNvPr>
          <p:cNvSpPr>
            <a:spLocks noGrp="1"/>
          </p:cNvSpPr>
          <p:nvPr>
            <p:ph type="body" idx="1"/>
          </p:nvPr>
        </p:nvSpPr>
        <p:spPr>
          <a:xfrm>
            <a:off x="960032" y="1494200"/>
            <a:ext cx="9441267" cy="763600"/>
          </a:xfrm>
        </p:spPr>
        <p:txBody>
          <a:bodyPr/>
          <a:lstStyle/>
          <a:p>
            <a:r>
              <a:rPr lang="en-US" sz="2400" dirty="0">
                <a:latin typeface="Bahnschrift SemiBold" panose="020B0502040204020203" pitchFamily="34" charset="0"/>
              </a:rPr>
              <a:t>We use </a:t>
            </a:r>
            <a:r>
              <a:rPr lang="en-US" sz="2400" dirty="0">
                <a:latin typeface="Bahnschrift SemiBold" panose="020B0502040204020203" pitchFamily="34" charset="0"/>
                <a:hlinkClick r:id="rId2"/>
              </a:rPr>
              <a:t>Balsamiq</a:t>
            </a:r>
            <a:r>
              <a:rPr lang="en-US" sz="2400" dirty="0">
                <a:latin typeface="Bahnschrift SemiBold" panose="020B0502040204020203" pitchFamily="34" charset="0"/>
              </a:rPr>
              <a:t> to show the basic layout of how the UX/UI will look like</a:t>
            </a:r>
          </a:p>
        </p:txBody>
      </p:sp>
      <p:sp>
        <p:nvSpPr>
          <p:cNvPr id="3" name="Title 2">
            <a:extLst>
              <a:ext uri="{FF2B5EF4-FFF2-40B4-BE49-F238E27FC236}">
                <a16:creationId xmlns:a16="http://schemas.microsoft.com/office/drawing/2014/main" id="{202A5315-C20D-4A3E-AAD6-40A6D4E2076A}"/>
              </a:ext>
            </a:extLst>
          </p:cNvPr>
          <p:cNvSpPr>
            <a:spLocks noGrp="1"/>
          </p:cNvSpPr>
          <p:nvPr>
            <p:ph type="title"/>
          </p:nvPr>
        </p:nvSpPr>
        <p:spPr>
          <a:xfrm>
            <a:off x="960033" y="547883"/>
            <a:ext cx="8931200" cy="763600"/>
          </a:xfrm>
        </p:spPr>
        <p:txBody>
          <a:bodyPr/>
          <a:lstStyle/>
          <a:p>
            <a:r>
              <a:rPr lang="en-US" b="1" i="1" dirty="0">
                <a:latin typeface="Cascadia Code SemiBold" panose="020B0609020000020004" pitchFamily="49" charset="0"/>
                <a:cs typeface="Cascadia Code SemiBold" panose="020B0609020000020004" pitchFamily="49" charset="0"/>
              </a:rPr>
              <a:t>LOW FIDELITY WIREFRAMES</a:t>
            </a:r>
          </a:p>
        </p:txBody>
      </p:sp>
      <p:pic>
        <p:nvPicPr>
          <p:cNvPr id="9" name="Picture 8" descr="Download logo trường Đại học Tôn Đức Thắng (TDTU) file vector AI, EPS, SVG,  CDR, PS, PNG không nền – Logo Trường Học">
            <a:extLst>
              <a:ext uri="{FF2B5EF4-FFF2-40B4-BE49-F238E27FC236}">
                <a16:creationId xmlns:a16="http://schemas.microsoft.com/office/drawing/2014/main" id="{75DD9E65-B395-45FD-8553-E6209143154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4375" r="93500">
                        <a14:foregroundMark x1="7500" y1="47875" x2="11625" y2="48375"/>
                        <a14:foregroundMark x1="6625" y1="70250" x2="9750" y2="70250"/>
                        <a14:foregroundMark x1="5750" y1="49250" x2="8000" y2="49250"/>
                        <a14:foregroundMark x1="4375" y1="74750" x2="6625" y2="74750"/>
                        <a14:foregroundMark x1="90750" y1="27500" x2="90750" y2="27500"/>
                        <a14:foregroundMark x1="93500" y1="26125" x2="92125" y2="26125"/>
                      </a14:backgroundRemoval>
                    </a14:imgEffect>
                  </a14:imgLayer>
                </a14:imgProps>
              </a:ext>
              <a:ext uri="{28A0092B-C50C-407E-A947-70E740481C1C}">
                <a14:useLocalDpi xmlns:a14="http://schemas.microsoft.com/office/drawing/2010/main" val="0"/>
              </a:ext>
            </a:extLst>
          </a:blip>
          <a:srcRect/>
          <a:stretch>
            <a:fillRect/>
          </a:stretch>
        </p:blipFill>
        <p:spPr bwMode="auto">
          <a:xfrm>
            <a:off x="511918" y="28759"/>
            <a:ext cx="861878" cy="86187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CDB70C5-5608-40AD-9C32-2AA381027B89}"/>
              </a:ext>
            </a:extLst>
          </p:cNvPr>
          <p:cNvPicPr>
            <a:picLocks noChangeAspect="1"/>
          </p:cNvPicPr>
          <p:nvPr/>
        </p:nvPicPr>
        <p:blipFill>
          <a:blip r:embed="rId5"/>
          <a:stretch>
            <a:fillRect/>
          </a:stretch>
        </p:blipFill>
        <p:spPr>
          <a:xfrm>
            <a:off x="2949200" y="2155619"/>
            <a:ext cx="6942033" cy="4154498"/>
          </a:xfrm>
          <a:prstGeom prst="rect">
            <a:avLst/>
          </a:prstGeom>
        </p:spPr>
      </p:pic>
    </p:spTree>
    <p:extLst>
      <p:ext uri="{BB962C8B-B14F-4D97-AF65-F5344CB8AC3E}">
        <p14:creationId xmlns:p14="http://schemas.microsoft.com/office/powerpoint/2010/main" val="2277836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EBF9FF-2690-4618-BE08-0274AEB52346}"/>
              </a:ext>
            </a:extLst>
          </p:cNvPr>
          <p:cNvSpPr>
            <a:spLocks noGrp="1"/>
          </p:cNvSpPr>
          <p:nvPr>
            <p:ph type="body" idx="1"/>
          </p:nvPr>
        </p:nvSpPr>
        <p:spPr>
          <a:xfrm>
            <a:off x="960032" y="1494200"/>
            <a:ext cx="9441267" cy="763600"/>
          </a:xfrm>
        </p:spPr>
        <p:txBody>
          <a:bodyPr/>
          <a:lstStyle/>
          <a:p>
            <a:r>
              <a:rPr lang="en-US" sz="2400" dirty="0">
                <a:latin typeface="Bahnschrift SemiBold" panose="020B0502040204020203" pitchFamily="34" charset="0"/>
              </a:rPr>
              <a:t>We use </a:t>
            </a:r>
            <a:r>
              <a:rPr lang="en-US" sz="2400" dirty="0" err="1">
                <a:latin typeface="Bahnschrift SemiBold" panose="020B0502040204020203" pitchFamily="34" charset="0"/>
                <a:hlinkClick r:id="rId2"/>
              </a:rPr>
              <a:t>Figma</a:t>
            </a:r>
            <a:r>
              <a:rPr lang="en-US" sz="2400" dirty="0">
                <a:latin typeface="Bahnschrift SemiBold" panose="020B0502040204020203" pitchFamily="34" charset="0"/>
              </a:rPr>
              <a:t> to show the desired and propose UX/UI will look like</a:t>
            </a:r>
          </a:p>
        </p:txBody>
      </p:sp>
      <p:sp>
        <p:nvSpPr>
          <p:cNvPr id="3" name="Title 2">
            <a:extLst>
              <a:ext uri="{FF2B5EF4-FFF2-40B4-BE49-F238E27FC236}">
                <a16:creationId xmlns:a16="http://schemas.microsoft.com/office/drawing/2014/main" id="{202A5315-C20D-4A3E-AAD6-40A6D4E2076A}"/>
              </a:ext>
            </a:extLst>
          </p:cNvPr>
          <p:cNvSpPr>
            <a:spLocks noGrp="1"/>
          </p:cNvSpPr>
          <p:nvPr>
            <p:ph type="title"/>
          </p:nvPr>
        </p:nvSpPr>
        <p:spPr>
          <a:xfrm>
            <a:off x="960033" y="547883"/>
            <a:ext cx="8931200" cy="763600"/>
          </a:xfrm>
        </p:spPr>
        <p:txBody>
          <a:bodyPr/>
          <a:lstStyle/>
          <a:p>
            <a:r>
              <a:rPr lang="en-US" b="1" i="1" dirty="0">
                <a:latin typeface="Cascadia Code SemiBold" panose="020B0609020000020004" pitchFamily="49" charset="0"/>
                <a:cs typeface="Cascadia Code SemiBold" panose="020B0609020000020004" pitchFamily="49" charset="0"/>
              </a:rPr>
              <a:t>HIGH FIDELITY WIREFRAMES</a:t>
            </a:r>
          </a:p>
        </p:txBody>
      </p:sp>
      <p:pic>
        <p:nvPicPr>
          <p:cNvPr id="8" name="Picture 7" descr="Download logo trường Đại học Tôn Đức Thắng (TDTU) file vector AI, EPS, SVG,  CDR, PS, PNG không nền – Logo Trường Học">
            <a:extLst>
              <a:ext uri="{FF2B5EF4-FFF2-40B4-BE49-F238E27FC236}">
                <a16:creationId xmlns:a16="http://schemas.microsoft.com/office/drawing/2014/main" id="{911BAFB1-0AD3-4460-993F-1E5809D1093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4375" r="93500">
                        <a14:foregroundMark x1="7500" y1="47875" x2="11625" y2="48375"/>
                        <a14:foregroundMark x1="6625" y1="70250" x2="9750" y2="70250"/>
                        <a14:foregroundMark x1="5750" y1="49250" x2="8000" y2="49250"/>
                        <a14:foregroundMark x1="4375" y1="74750" x2="6625" y2="74750"/>
                        <a14:foregroundMark x1="90750" y1="27500" x2="90750" y2="27500"/>
                        <a14:foregroundMark x1="93500" y1="26125" x2="92125" y2="26125"/>
                      </a14:backgroundRemoval>
                    </a14:imgEffect>
                  </a14:imgLayer>
                </a14:imgProps>
              </a:ext>
              <a:ext uri="{28A0092B-C50C-407E-A947-70E740481C1C}">
                <a14:useLocalDpi xmlns:a14="http://schemas.microsoft.com/office/drawing/2010/main" val="0"/>
              </a:ext>
            </a:extLst>
          </a:blip>
          <a:srcRect/>
          <a:stretch>
            <a:fillRect/>
          </a:stretch>
        </p:blipFill>
        <p:spPr bwMode="auto">
          <a:xfrm>
            <a:off x="511918" y="28759"/>
            <a:ext cx="861878" cy="86187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41490A3-F663-4E87-9C2F-AB2988DA6E74}"/>
              </a:ext>
            </a:extLst>
          </p:cNvPr>
          <p:cNvPicPr>
            <a:picLocks noChangeAspect="1"/>
          </p:cNvPicPr>
          <p:nvPr/>
        </p:nvPicPr>
        <p:blipFill>
          <a:blip r:embed="rId5"/>
          <a:stretch>
            <a:fillRect/>
          </a:stretch>
        </p:blipFill>
        <p:spPr>
          <a:xfrm>
            <a:off x="90885" y="2706754"/>
            <a:ext cx="12010230" cy="2787674"/>
          </a:xfrm>
          <a:prstGeom prst="rect">
            <a:avLst/>
          </a:prstGeom>
        </p:spPr>
      </p:pic>
    </p:spTree>
    <p:extLst>
      <p:ext uri="{BB962C8B-B14F-4D97-AF65-F5344CB8AC3E}">
        <p14:creationId xmlns:p14="http://schemas.microsoft.com/office/powerpoint/2010/main" val="3006832626"/>
      </p:ext>
    </p:extLst>
  </p:cSld>
  <p:clrMapOvr>
    <a:masterClrMapping/>
  </p:clrMapOvr>
</p:sld>
</file>

<file path=ppt/theme/theme1.xml><?xml version="1.0" encoding="utf-8"?>
<a:theme xmlns:a="http://schemas.openxmlformats.org/drawingml/2006/main" name="Software Development App Pitch Deck by Slidesgo">
  <a:themeElements>
    <a:clrScheme name="Simple Light">
      <a:dk1>
        <a:srgbClr val="000000"/>
      </a:dk1>
      <a:lt1>
        <a:srgbClr val="FFFFFF"/>
      </a:lt1>
      <a:dk2>
        <a:srgbClr val="F3F3F3"/>
      </a:dk2>
      <a:lt2>
        <a:srgbClr val="95FFD4"/>
      </a:lt2>
      <a:accent1>
        <a:srgbClr val="6178F6"/>
      </a:accent1>
      <a:accent2>
        <a:srgbClr val="F8FFEA"/>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Software Development App Pitch Deck by Slidesgo</Template>
  <TotalTime>121</TotalTime>
  <Words>642</Words>
  <Application>Microsoft Office PowerPoint</Application>
  <PresentationFormat>Widescreen</PresentationFormat>
  <Paragraphs>80</Paragraphs>
  <Slides>7</Slides>
  <Notes>0</Notes>
  <HiddenSlides>0</HiddenSlides>
  <MMClips>0</MMClips>
  <ScaleCrop>false</ScaleCrop>
  <HeadingPairs>
    <vt:vector size="4" baseType="variant">
      <vt:variant>
        <vt:lpstr>Theme</vt:lpstr>
      </vt:variant>
      <vt:variant>
        <vt:i4>4</vt:i4>
      </vt:variant>
      <vt:variant>
        <vt:lpstr>Slide Titles</vt:lpstr>
      </vt:variant>
      <vt:variant>
        <vt:i4>7</vt:i4>
      </vt:variant>
    </vt:vector>
  </HeadingPairs>
  <TitlesOfParts>
    <vt:vector size="11" baseType="lpstr">
      <vt:lpstr>Software Development App Pitch Deck by Slidesgo</vt:lpstr>
      <vt:lpstr>Slidesgo Final Pages</vt:lpstr>
      <vt:lpstr>Software Engineering Business Plan by Slidesgo</vt:lpstr>
      <vt:lpstr>1_Slidesgo Final Pages</vt:lpstr>
      <vt:lpstr>SOFTWARE</vt:lpstr>
      <vt:lpstr>ABOUT THE PROJECT</vt:lpstr>
      <vt:lpstr>FUNCTIONAL REQUIREMENTS</vt:lpstr>
      <vt:lpstr>NON-FUNCTIONAL REQUIREMENTS</vt:lpstr>
      <vt:lpstr>DOMAIN REQUIREMENTS</vt:lpstr>
      <vt:lpstr>LOW FIDELITY WIREFRAMES</vt:lpstr>
      <vt:lpstr>HIGH FIDELITY WIREFRAMES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dc:title>
  <dc:subject/>
  <dc:creator>admin</dc:creator>
  <cp:keywords/>
  <dc:description>generated using python-pptx</dc:description>
  <cp:lastModifiedBy>Soukakom MOUNTHADY</cp:lastModifiedBy>
  <cp:revision>15</cp:revision>
  <dcterms:created xsi:type="dcterms:W3CDTF">2013-01-27T09:14:16Z</dcterms:created>
  <dcterms:modified xsi:type="dcterms:W3CDTF">2025-11-18T12:55:42Z</dcterms:modified>
  <cp:category/>
</cp:coreProperties>
</file>